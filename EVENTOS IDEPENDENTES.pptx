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Georgia Pro Condensed" charset="1" panose="02040506050405020303"/>
      <p:regular r:id="rId31"/>
    </p:embeddedFont>
    <p:embeddedFont>
      <p:font typeface="Holiday" charset="1" panose="00000000000000000000"/>
      <p:regular r:id="rId32"/>
    </p:embeddedFont>
    <p:embeddedFont>
      <p:font typeface="Glacial Indifference" charset="1" panose="00000000000000000000"/>
      <p:regular r:id="rId33"/>
    </p:embeddedFont>
    <p:embeddedFont>
      <p:font typeface="Georgia Pro Condensed Bold" charset="1" panose="02040806050405020203"/>
      <p:regular r:id="rId34"/>
    </p:embeddedFont>
    <p:embeddedFont>
      <p:font typeface="Glacial Indifference Bold" charset="1" panose="00000800000000000000"/>
      <p:regular r:id="rId35"/>
    </p:embeddedFont>
    <p:embeddedFont>
      <p:font typeface="Glacial Indifference Italics" charset="1" panose="000000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sv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svg" Type="http://schemas.openxmlformats.org/officeDocument/2006/relationships/image"/><Relationship Id="rId31" Target="../media/image30.png" Type="http://schemas.openxmlformats.org/officeDocument/2006/relationships/image"/><Relationship Id="rId32" Target="../media/image31.svg" Type="http://schemas.openxmlformats.org/officeDocument/2006/relationships/image"/><Relationship Id="rId33" Target="../media/image32.png" Type="http://schemas.openxmlformats.org/officeDocument/2006/relationships/image"/><Relationship Id="rId34" Target="../media/image33.svg" Type="http://schemas.openxmlformats.org/officeDocument/2006/relationships/image"/><Relationship Id="rId35" Target="../media/image34.png" Type="http://schemas.openxmlformats.org/officeDocument/2006/relationships/image"/><Relationship Id="rId36" Target="../media/image35.svg" Type="http://schemas.openxmlformats.org/officeDocument/2006/relationships/image"/><Relationship Id="rId37" Target="../media/image36.png" Type="http://schemas.openxmlformats.org/officeDocument/2006/relationships/image"/><Relationship Id="rId38" Target="../media/image37.svg" Type="http://schemas.openxmlformats.org/officeDocument/2006/relationships/image"/><Relationship Id="rId39" Target="../media/image38.png" Type="http://schemas.openxmlformats.org/officeDocument/2006/relationships/image"/><Relationship Id="rId4" Target="../media/image3.svg" Type="http://schemas.openxmlformats.org/officeDocument/2006/relationships/image"/><Relationship Id="rId40" Target="../media/image39.svg" Type="http://schemas.openxmlformats.org/officeDocument/2006/relationships/image"/><Relationship Id="rId41" Target="../media/image40.png" Type="http://schemas.openxmlformats.org/officeDocument/2006/relationships/image"/><Relationship Id="rId42" Target="../media/image41.svg" Type="http://schemas.openxmlformats.org/officeDocument/2006/relationships/image"/><Relationship Id="rId43" Target="../media/image42.png" Type="http://schemas.openxmlformats.org/officeDocument/2006/relationships/image"/><Relationship Id="rId44" Target="../media/image4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svg" Type="http://schemas.openxmlformats.org/officeDocument/2006/relationships/image"/><Relationship Id="rId11" Target="../media/image42.png" Type="http://schemas.openxmlformats.org/officeDocument/2006/relationships/image"/><Relationship Id="rId12" Target="../media/image43.svg" Type="http://schemas.openxmlformats.org/officeDocument/2006/relationships/image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jpeg" Type="http://schemas.openxmlformats.org/officeDocument/2006/relationships/image"/><Relationship Id="rId3" Target="../media/image5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28.png" Type="http://schemas.openxmlformats.org/officeDocument/2006/relationships/image"/><Relationship Id="rId16" Target="../media/image29.svg" Type="http://schemas.openxmlformats.org/officeDocument/2006/relationships/image"/><Relationship Id="rId17" Target="../media/image34.png" Type="http://schemas.openxmlformats.org/officeDocument/2006/relationships/image"/><Relationship Id="rId18" Target="../media/image35.svg" Type="http://schemas.openxmlformats.org/officeDocument/2006/relationships/image"/><Relationship Id="rId19" Target="../media/image36.png" Type="http://schemas.openxmlformats.org/officeDocument/2006/relationships/image"/><Relationship Id="rId2" Target="../media/image1.jpeg" Type="http://schemas.openxmlformats.org/officeDocument/2006/relationships/image"/><Relationship Id="rId20" Target="../media/image37.svg" Type="http://schemas.openxmlformats.org/officeDocument/2006/relationships/image"/><Relationship Id="rId21" Target="../media/image38.png" Type="http://schemas.openxmlformats.org/officeDocument/2006/relationships/image"/><Relationship Id="rId22" Target="../media/image39.svg" Type="http://schemas.openxmlformats.org/officeDocument/2006/relationships/image"/><Relationship Id="rId23" Target="../media/image54.png" Type="http://schemas.openxmlformats.org/officeDocument/2006/relationships/image"/><Relationship Id="rId24" Target="../media/image55.svg" Type="http://schemas.openxmlformats.org/officeDocument/2006/relationships/image"/><Relationship Id="rId25" Target="../media/image44.png" Type="http://schemas.openxmlformats.org/officeDocument/2006/relationships/image"/><Relationship Id="rId26" Target="../media/image45.sv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28.png" Type="http://schemas.openxmlformats.org/officeDocument/2006/relationships/image"/><Relationship Id="rId16" Target="../media/image29.svg" Type="http://schemas.openxmlformats.org/officeDocument/2006/relationships/image"/><Relationship Id="rId17" Target="../media/image34.png" Type="http://schemas.openxmlformats.org/officeDocument/2006/relationships/image"/><Relationship Id="rId18" Target="../media/image35.svg" Type="http://schemas.openxmlformats.org/officeDocument/2006/relationships/image"/><Relationship Id="rId19" Target="../media/image36.png" Type="http://schemas.openxmlformats.org/officeDocument/2006/relationships/image"/><Relationship Id="rId2" Target="../media/image1.jpeg" Type="http://schemas.openxmlformats.org/officeDocument/2006/relationships/image"/><Relationship Id="rId20" Target="../media/image37.svg" Type="http://schemas.openxmlformats.org/officeDocument/2006/relationships/image"/><Relationship Id="rId21" Target="../media/image38.png" Type="http://schemas.openxmlformats.org/officeDocument/2006/relationships/image"/><Relationship Id="rId22" Target="../media/image39.svg" Type="http://schemas.openxmlformats.org/officeDocument/2006/relationships/image"/><Relationship Id="rId23" Target="../media/image54.png" Type="http://schemas.openxmlformats.org/officeDocument/2006/relationships/image"/><Relationship Id="rId24" Target="../media/image55.svg" Type="http://schemas.openxmlformats.org/officeDocument/2006/relationships/image"/><Relationship Id="rId25" Target="../media/image44.png" Type="http://schemas.openxmlformats.org/officeDocument/2006/relationships/image"/><Relationship Id="rId26" Target="../media/image45.sv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jpeg" Type="http://schemas.openxmlformats.org/officeDocument/2006/relationships/image"/><Relationship Id="rId3" Target="../media/image5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28.png" Type="http://schemas.openxmlformats.org/officeDocument/2006/relationships/image"/><Relationship Id="rId16" Target="../media/image29.svg" Type="http://schemas.openxmlformats.org/officeDocument/2006/relationships/image"/><Relationship Id="rId17" Target="../media/image34.png" Type="http://schemas.openxmlformats.org/officeDocument/2006/relationships/image"/><Relationship Id="rId18" Target="../media/image35.svg" Type="http://schemas.openxmlformats.org/officeDocument/2006/relationships/image"/><Relationship Id="rId19" Target="../media/image36.png" Type="http://schemas.openxmlformats.org/officeDocument/2006/relationships/image"/><Relationship Id="rId2" Target="../media/image1.jpeg" Type="http://schemas.openxmlformats.org/officeDocument/2006/relationships/image"/><Relationship Id="rId20" Target="../media/image37.svg" Type="http://schemas.openxmlformats.org/officeDocument/2006/relationships/image"/><Relationship Id="rId21" Target="../media/image38.png" Type="http://schemas.openxmlformats.org/officeDocument/2006/relationships/image"/><Relationship Id="rId22" Target="../media/image39.svg" Type="http://schemas.openxmlformats.org/officeDocument/2006/relationships/image"/><Relationship Id="rId23" Target="../media/image54.png" Type="http://schemas.openxmlformats.org/officeDocument/2006/relationships/image"/><Relationship Id="rId24" Target="../media/image55.svg" Type="http://schemas.openxmlformats.org/officeDocument/2006/relationships/image"/><Relationship Id="rId25" Target="../media/image44.png" Type="http://schemas.openxmlformats.org/officeDocument/2006/relationships/image"/><Relationship Id="rId26" Target="../media/image45.svg" Type="http://schemas.openxmlformats.org/officeDocument/2006/relationships/image"/><Relationship Id="rId27" Target="../media/image56.png" Type="http://schemas.openxmlformats.org/officeDocument/2006/relationships/image"/><Relationship Id="rId28" Target="../media/image57.sv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28.png" Type="http://schemas.openxmlformats.org/officeDocument/2006/relationships/image"/><Relationship Id="rId16" Target="../media/image29.svg" Type="http://schemas.openxmlformats.org/officeDocument/2006/relationships/image"/><Relationship Id="rId17" Target="../media/image34.png" Type="http://schemas.openxmlformats.org/officeDocument/2006/relationships/image"/><Relationship Id="rId18" Target="../media/image35.svg" Type="http://schemas.openxmlformats.org/officeDocument/2006/relationships/image"/><Relationship Id="rId19" Target="../media/image36.png" Type="http://schemas.openxmlformats.org/officeDocument/2006/relationships/image"/><Relationship Id="rId2" Target="../media/image1.jpeg" Type="http://schemas.openxmlformats.org/officeDocument/2006/relationships/image"/><Relationship Id="rId20" Target="../media/image37.svg" Type="http://schemas.openxmlformats.org/officeDocument/2006/relationships/image"/><Relationship Id="rId21" Target="../media/image38.png" Type="http://schemas.openxmlformats.org/officeDocument/2006/relationships/image"/><Relationship Id="rId22" Target="../media/image39.svg" Type="http://schemas.openxmlformats.org/officeDocument/2006/relationships/image"/><Relationship Id="rId23" Target="../media/image54.png" Type="http://schemas.openxmlformats.org/officeDocument/2006/relationships/image"/><Relationship Id="rId24" Target="../media/image55.svg" Type="http://schemas.openxmlformats.org/officeDocument/2006/relationships/image"/><Relationship Id="rId25" Target="../media/image44.png" Type="http://schemas.openxmlformats.org/officeDocument/2006/relationships/image"/><Relationship Id="rId26" Target="../media/image45.sv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jpeg" Type="http://schemas.openxmlformats.org/officeDocument/2006/relationships/image"/><Relationship Id="rId3" Target="../media/image5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jpeg" Type="http://schemas.openxmlformats.org/officeDocument/2006/relationships/image"/><Relationship Id="rId3" Target="../media/image5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28.png" Type="http://schemas.openxmlformats.org/officeDocument/2006/relationships/image"/><Relationship Id="rId16" Target="../media/image29.svg" Type="http://schemas.openxmlformats.org/officeDocument/2006/relationships/image"/><Relationship Id="rId17" Target="../media/image34.png" Type="http://schemas.openxmlformats.org/officeDocument/2006/relationships/image"/><Relationship Id="rId18" Target="../media/image35.svg" Type="http://schemas.openxmlformats.org/officeDocument/2006/relationships/image"/><Relationship Id="rId19" Target="../media/image36.png" Type="http://schemas.openxmlformats.org/officeDocument/2006/relationships/image"/><Relationship Id="rId2" Target="../media/image1.jpeg" Type="http://schemas.openxmlformats.org/officeDocument/2006/relationships/image"/><Relationship Id="rId20" Target="../media/image37.svg" Type="http://schemas.openxmlformats.org/officeDocument/2006/relationships/image"/><Relationship Id="rId21" Target="../media/image38.png" Type="http://schemas.openxmlformats.org/officeDocument/2006/relationships/image"/><Relationship Id="rId22" Target="../media/image39.svg" Type="http://schemas.openxmlformats.org/officeDocument/2006/relationships/image"/><Relationship Id="rId23" Target="../media/image54.png" Type="http://schemas.openxmlformats.org/officeDocument/2006/relationships/image"/><Relationship Id="rId24" Target="../media/image55.svg" Type="http://schemas.openxmlformats.org/officeDocument/2006/relationships/image"/><Relationship Id="rId25" Target="../media/image44.png" Type="http://schemas.openxmlformats.org/officeDocument/2006/relationships/image"/><Relationship Id="rId26" Target="../media/image45.sv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jpeg" Type="http://schemas.openxmlformats.org/officeDocument/2006/relationships/image"/><Relationship Id="rId3" Target="../media/image51.jpe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jpeg" Type="http://schemas.openxmlformats.org/officeDocument/2006/relationships/image"/><Relationship Id="rId3" Target="../media/image5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34.png" Type="http://schemas.openxmlformats.org/officeDocument/2006/relationships/image"/><Relationship Id="rId16" Target="../media/image35.svg" Type="http://schemas.openxmlformats.org/officeDocument/2006/relationships/image"/><Relationship Id="rId17" Target="../media/image36.png" Type="http://schemas.openxmlformats.org/officeDocument/2006/relationships/image"/><Relationship Id="rId18" Target="../media/image37.svg" Type="http://schemas.openxmlformats.org/officeDocument/2006/relationships/image"/><Relationship Id="rId19" Target="../media/image42.png" Type="http://schemas.openxmlformats.org/officeDocument/2006/relationships/image"/><Relationship Id="rId2" Target="../media/image1.jpeg" Type="http://schemas.openxmlformats.org/officeDocument/2006/relationships/image"/><Relationship Id="rId20" Target="../media/image43.sv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34.png" Type="http://schemas.openxmlformats.org/officeDocument/2006/relationships/image"/><Relationship Id="rId16" Target="../media/image35.svg" Type="http://schemas.openxmlformats.org/officeDocument/2006/relationships/image"/><Relationship Id="rId17" Target="../media/image36.png" Type="http://schemas.openxmlformats.org/officeDocument/2006/relationships/image"/><Relationship Id="rId18" Target="../media/image37.svg" Type="http://schemas.openxmlformats.org/officeDocument/2006/relationships/image"/><Relationship Id="rId19" Target="../media/image42.png" Type="http://schemas.openxmlformats.org/officeDocument/2006/relationships/image"/><Relationship Id="rId2" Target="../media/image1.jpeg" Type="http://schemas.openxmlformats.org/officeDocument/2006/relationships/image"/><Relationship Id="rId20" Target="../media/image43.sv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34.png" Type="http://schemas.openxmlformats.org/officeDocument/2006/relationships/image"/><Relationship Id="rId16" Target="../media/image35.svg" Type="http://schemas.openxmlformats.org/officeDocument/2006/relationships/image"/><Relationship Id="rId17" Target="../media/image36.png" Type="http://schemas.openxmlformats.org/officeDocument/2006/relationships/image"/><Relationship Id="rId18" Target="../media/image37.svg" Type="http://schemas.openxmlformats.org/officeDocument/2006/relationships/image"/><Relationship Id="rId19" Target="../media/image42.png" Type="http://schemas.openxmlformats.org/officeDocument/2006/relationships/image"/><Relationship Id="rId2" Target="../media/image1.jpeg" Type="http://schemas.openxmlformats.org/officeDocument/2006/relationships/image"/><Relationship Id="rId20" Target="../media/image43.sv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34.png" Type="http://schemas.openxmlformats.org/officeDocument/2006/relationships/image"/><Relationship Id="rId16" Target="../media/image35.svg" Type="http://schemas.openxmlformats.org/officeDocument/2006/relationships/image"/><Relationship Id="rId17" Target="../media/image36.png" Type="http://schemas.openxmlformats.org/officeDocument/2006/relationships/image"/><Relationship Id="rId18" Target="../media/image37.svg" Type="http://schemas.openxmlformats.org/officeDocument/2006/relationships/image"/><Relationship Id="rId19" Target="../media/image42.png" Type="http://schemas.openxmlformats.org/officeDocument/2006/relationships/image"/><Relationship Id="rId2" Target="../media/image1.jpeg" Type="http://schemas.openxmlformats.org/officeDocument/2006/relationships/image"/><Relationship Id="rId20" Target="../media/image43.sv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34.png" Type="http://schemas.openxmlformats.org/officeDocument/2006/relationships/image"/><Relationship Id="rId16" Target="../media/image35.svg" Type="http://schemas.openxmlformats.org/officeDocument/2006/relationships/image"/><Relationship Id="rId17" Target="../media/image36.png" Type="http://schemas.openxmlformats.org/officeDocument/2006/relationships/image"/><Relationship Id="rId18" Target="../media/image37.svg" Type="http://schemas.openxmlformats.org/officeDocument/2006/relationships/image"/><Relationship Id="rId19" Target="../media/image42.png" Type="http://schemas.openxmlformats.org/officeDocument/2006/relationships/image"/><Relationship Id="rId2" Target="../media/image1.jpeg" Type="http://schemas.openxmlformats.org/officeDocument/2006/relationships/image"/><Relationship Id="rId20" Target="../media/image43.sv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34.png" Type="http://schemas.openxmlformats.org/officeDocument/2006/relationships/image"/><Relationship Id="rId16" Target="../media/image35.svg" Type="http://schemas.openxmlformats.org/officeDocument/2006/relationships/image"/><Relationship Id="rId17" Target="../media/image36.png" Type="http://schemas.openxmlformats.org/officeDocument/2006/relationships/image"/><Relationship Id="rId18" Target="../media/image37.svg" Type="http://schemas.openxmlformats.org/officeDocument/2006/relationships/image"/><Relationship Id="rId19" Target="../media/image42.png" Type="http://schemas.openxmlformats.org/officeDocument/2006/relationships/image"/><Relationship Id="rId2" Target="../media/image1.jpeg" Type="http://schemas.openxmlformats.org/officeDocument/2006/relationships/image"/><Relationship Id="rId20" Target="../media/image43.sv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jpeg" Type="http://schemas.openxmlformats.org/officeDocument/2006/relationships/image"/><Relationship Id="rId3" Target="../media/image5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34.png" Type="http://schemas.openxmlformats.org/officeDocument/2006/relationships/image"/><Relationship Id="rId16" Target="../media/image35.svg" Type="http://schemas.openxmlformats.org/officeDocument/2006/relationships/image"/><Relationship Id="rId17" Target="../media/image36.png" Type="http://schemas.openxmlformats.org/officeDocument/2006/relationships/image"/><Relationship Id="rId18" Target="../media/image37.svg" Type="http://schemas.openxmlformats.org/officeDocument/2006/relationships/image"/><Relationship Id="rId19" Target="../media/image42.png" Type="http://schemas.openxmlformats.org/officeDocument/2006/relationships/image"/><Relationship Id="rId2" Target="../media/image1.jpeg" Type="http://schemas.openxmlformats.org/officeDocument/2006/relationships/image"/><Relationship Id="rId20" Target="../media/image43.sv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34.png" Type="http://schemas.openxmlformats.org/officeDocument/2006/relationships/image"/><Relationship Id="rId16" Target="../media/image35.svg" Type="http://schemas.openxmlformats.org/officeDocument/2006/relationships/image"/><Relationship Id="rId17" Target="../media/image36.png" Type="http://schemas.openxmlformats.org/officeDocument/2006/relationships/image"/><Relationship Id="rId18" Target="../media/image37.svg" Type="http://schemas.openxmlformats.org/officeDocument/2006/relationships/image"/><Relationship Id="rId19" Target="../media/image42.png" Type="http://schemas.openxmlformats.org/officeDocument/2006/relationships/image"/><Relationship Id="rId2" Target="../media/image1.jpeg" Type="http://schemas.openxmlformats.org/officeDocument/2006/relationships/image"/><Relationship Id="rId20" Target="../media/image43.sv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jpeg" Type="http://schemas.openxmlformats.org/officeDocument/2006/relationships/image"/><Relationship Id="rId3" Target="../media/image5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34.png" Type="http://schemas.openxmlformats.org/officeDocument/2006/relationships/image"/><Relationship Id="rId16" Target="../media/image35.svg" Type="http://schemas.openxmlformats.org/officeDocument/2006/relationships/image"/><Relationship Id="rId17" Target="../media/image36.png" Type="http://schemas.openxmlformats.org/officeDocument/2006/relationships/image"/><Relationship Id="rId18" Target="../media/image37.svg" Type="http://schemas.openxmlformats.org/officeDocument/2006/relationships/image"/><Relationship Id="rId19" Target="../media/image42.png" Type="http://schemas.openxmlformats.org/officeDocument/2006/relationships/image"/><Relationship Id="rId2" Target="../media/image1.jpeg" Type="http://schemas.openxmlformats.org/officeDocument/2006/relationships/image"/><Relationship Id="rId20" Target="../media/image43.sv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34.png" Type="http://schemas.openxmlformats.org/officeDocument/2006/relationships/image"/><Relationship Id="rId16" Target="../media/image35.svg" Type="http://schemas.openxmlformats.org/officeDocument/2006/relationships/image"/><Relationship Id="rId17" Target="../media/image36.png" Type="http://schemas.openxmlformats.org/officeDocument/2006/relationships/image"/><Relationship Id="rId18" Target="../media/image37.svg" Type="http://schemas.openxmlformats.org/officeDocument/2006/relationships/image"/><Relationship Id="rId19" Target="../media/image42.png" Type="http://schemas.openxmlformats.org/officeDocument/2006/relationships/image"/><Relationship Id="rId2" Target="../media/image1.jpeg" Type="http://schemas.openxmlformats.org/officeDocument/2006/relationships/image"/><Relationship Id="rId20" Target="../media/image43.sv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08937">
            <a:off x="-141150" y="-586693"/>
            <a:ext cx="3008848" cy="2997906"/>
          </a:xfrm>
          <a:custGeom>
            <a:avLst/>
            <a:gdLst/>
            <a:ahLst/>
            <a:cxnLst/>
            <a:rect r="r" b="b" t="t" l="l"/>
            <a:pathLst>
              <a:path h="2997906" w="3008848">
                <a:moveTo>
                  <a:pt x="0" y="0"/>
                </a:moveTo>
                <a:lnTo>
                  <a:pt x="3008848" y="0"/>
                </a:lnTo>
                <a:lnTo>
                  <a:pt x="3008848" y="2997906"/>
                </a:lnTo>
                <a:lnTo>
                  <a:pt x="0" y="29979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70174" y="8369249"/>
            <a:ext cx="2765546" cy="2373341"/>
          </a:xfrm>
          <a:custGeom>
            <a:avLst/>
            <a:gdLst/>
            <a:ahLst/>
            <a:cxnLst/>
            <a:rect r="r" b="b" t="t" l="l"/>
            <a:pathLst>
              <a:path h="2373341" w="2765546">
                <a:moveTo>
                  <a:pt x="0" y="0"/>
                </a:moveTo>
                <a:lnTo>
                  <a:pt x="2765546" y="0"/>
                </a:lnTo>
                <a:lnTo>
                  <a:pt x="2765546" y="2373341"/>
                </a:lnTo>
                <a:lnTo>
                  <a:pt x="0" y="23733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57503">
            <a:off x="8733542" y="8804571"/>
            <a:ext cx="3765012" cy="2731345"/>
          </a:xfrm>
          <a:custGeom>
            <a:avLst/>
            <a:gdLst/>
            <a:ahLst/>
            <a:cxnLst/>
            <a:rect r="r" b="b" t="t" l="l"/>
            <a:pathLst>
              <a:path h="2731345" w="3765012">
                <a:moveTo>
                  <a:pt x="0" y="0"/>
                </a:moveTo>
                <a:lnTo>
                  <a:pt x="3765013" y="0"/>
                </a:lnTo>
                <a:lnTo>
                  <a:pt x="3765013" y="2731345"/>
                </a:lnTo>
                <a:lnTo>
                  <a:pt x="0" y="27313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63618" y="0"/>
            <a:ext cx="3527988" cy="2886535"/>
          </a:xfrm>
          <a:custGeom>
            <a:avLst/>
            <a:gdLst/>
            <a:ahLst/>
            <a:cxnLst/>
            <a:rect r="r" b="b" t="t" l="l"/>
            <a:pathLst>
              <a:path h="2886535" w="3527988">
                <a:moveTo>
                  <a:pt x="0" y="0"/>
                </a:moveTo>
                <a:lnTo>
                  <a:pt x="3527988" y="0"/>
                </a:lnTo>
                <a:lnTo>
                  <a:pt x="3527988" y="2886535"/>
                </a:lnTo>
                <a:lnTo>
                  <a:pt x="0" y="28865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284941">
            <a:off x="-236484" y="8213249"/>
            <a:ext cx="4057519" cy="2685340"/>
          </a:xfrm>
          <a:custGeom>
            <a:avLst/>
            <a:gdLst/>
            <a:ahLst/>
            <a:cxnLst/>
            <a:rect r="r" b="b" t="t" l="l"/>
            <a:pathLst>
              <a:path h="2685340" w="4057519">
                <a:moveTo>
                  <a:pt x="0" y="0"/>
                </a:moveTo>
                <a:lnTo>
                  <a:pt x="4057519" y="0"/>
                </a:lnTo>
                <a:lnTo>
                  <a:pt x="4057519" y="2685340"/>
                </a:lnTo>
                <a:lnTo>
                  <a:pt x="0" y="26853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821332">
            <a:off x="3927348" y="-2967750"/>
            <a:ext cx="6410912" cy="4522607"/>
          </a:xfrm>
          <a:custGeom>
            <a:avLst/>
            <a:gdLst/>
            <a:ahLst/>
            <a:cxnLst/>
            <a:rect r="r" b="b" t="t" l="l"/>
            <a:pathLst>
              <a:path h="4522607" w="6410912">
                <a:moveTo>
                  <a:pt x="0" y="0"/>
                </a:moveTo>
                <a:lnTo>
                  <a:pt x="6410912" y="0"/>
                </a:lnTo>
                <a:lnTo>
                  <a:pt x="6410912" y="4522607"/>
                </a:lnTo>
                <a:lnTo>
                  <a:pt x="0" y="452260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247938" y="3213166"/>
            <a:ext cx="2957135" cy="2715188"/>
          </a:xfrm>
          <a:custGeom>
            <a:avLst/>
            <a:gdLst/>
            <a:ahLst/>
            <a:cxnLst/>
            <a:rect r="r" b="b" t="t" l="l"/>
            <a:pathLst>
              <a:path h="2715188" w="2957135">
                <a:moveTo>
                  <a:pt x="0" y="0"/>
                </a:moveTo>
                <a:lnTo>
                  <a:pt x="2957135" y="0"/>
                </a:lnTo>
                <a:lnTo>
                  <a:pt x="2957135" y="2715188"/>
                </a:lnTo>
                <a:lnTo>
                  <a:pt x="0" y="271518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673781" y="7606388"/>
            <a:ext cx="4116092" cy="3899062"/>
          </a:xfrm>
          <a:custGeom>
            <a:avLst/>
            <a:gdLst/>
            <a:ahLst/>
            <a:cxnLst/>
            <a:rect r="r" b="b" t="t" l="l"/>
            <a:pathLst>
              <a:path h="3899062" w="4116092">
                <a:moveTo>
                  <a:pt x="0" y="0"/>
                </a:moveTo>
                <a:lnTo>
                  <a:pt x="4116092" y="0"/>
                </a:lnTo>
                <a:lnTo>
                  <a:pt x="4116092" y="3899062"/>
                </a:lnTo>
                <a:lnTo>
                  <a:pt x="0" y="389906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321822" y="-1504337"/>
            <a:ext cx="4737599" cy="3324933"/>
          </a:xfrm>
          <a:custGeom>
            <a:avLst/>
            <a:gdLst/>
            <a:ahLst/>
            <a:cxnLst/>
            <a:rect r="r" b="b" t="t" l="l"/>
            <a:pathLst>
              <a:path h="3324933" w="4737599">
                <a:moveTo>
                  <a:pt x="0" y="0"/>
                </a:moveTo>
                <a:lnTo>
                  <a:pt x="4737599" y="0"/>
                </a:lnTo>
                <a:lnTo>
                  <a:pt x="4737599" y="3324933"/>
                </a:lnTo>
                <a:lnTo>
                  <a:pt x="0" y="332493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710244" y="3897050"/>
            <a:ext cx="3186939" cy="2184502"/>
          </a:xfrm>
          <a:custGeom>
            <a:avLst/>
            <a:gdLst/>
            <a:ahLst/>
            <a:cxnLst/>
            <a:rect r="r" b="b" t="t" l="l"/>
            <a:pathLst>
              <a:path h="2184502" w="3186939">
                <a:moveTo>
                  <a:pt x="0" y="0"/>
                </a:moveTo>
                <a:lnTo>
                  <a:pt x="3186939" y="0"/>
                </a:lnTo>
                <a:lnTo>
                  <a:pt x="3186939" y="2184502"/>
                </a:lnTo>
                <a:lnTo>
                  <a:pt x="0" y="218450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795918">
            <a:off x="2261636" y="-585074"/>
            <a:ext cx="2157502" cy="1596551"/>
          </a:xfrm>
          <a:custGeom>
            <a:avLst/>
            <a:gdLst/>
            <a:ahLst/>
            <a:cxnLst/>
            <a:rect r="r" b="b" t="t" l="l"/>
            <a:pathLst>
              <a:path h="1596551" w="2157502">
                <a:moveTo>
                  <a:pt x="0" y="0"/>
                </a:moveTo>
                <a:lnTo>
                  <a:pt x="2157502" y="0"/>
                </a:lnTo>
                <a:lnTo>
                  <a:pt x="2157502" y="1596551"/>
                </a:lnTo>
                <a:lnTo>
                  <a:pt x="0" y="159655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1627401">
            <a:off x="8677393" y="-745597"/>
            <a:ext cx="1267157" cy="2131303"/>
          </a:xfrm>
          <a:custGeom>
            <a:avLst/>
            <a:gdLst/>
            <a:ahLst/>
            <a:cxnLst/>
            <a:rect r="r" b="b" t="t" l="l"/>
            <a:pathLst>
              <a:path h="2131303" w="1267157">
                <a:moveTo>
                  <a:pt x="0" y="0"/>
                </a:moveTo>
                <a:lnTo>
                  <a:pt x="1267156" y="0"/>
                </a:lnTo>
                <a:lnTo>
                  <a:pt x="1267156" y="2131303"/>
                </a:lnTo>
                <a:lnTo>
                  <a:pt x="0" y="2131303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-9018230">
            <a:off x="17615660" y="5099759"/>
            <a:ext cx="2348425" cy="2876689"/>
          </a:xfrm>
          <a:custGeom>
            <a:avLst/>
            <a:gdLst/>
            <a:ahLst/>
            <a:cxnLst/>
            <a:rect r="r" b="b" t="t" l="l"/>
            <a:pathLst>
              <a:path h="2876689" w="2348425">
                <a:moveTo>
                  <a:pt x="0" y="0"/>
                </a:moveTo>
                <a:lnTo>
                  <a:pt x="2348425" y="0"/>
                </a:lnTo>
                <a:lnTo>
                  <a:pt x="2348425" y="2876690"/>
                </a:lnTo>
                <a:lnTo>
                  <a:pt x="0" y="287669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1029779">
            <a:off x="4037103" y="8636109"/>
            <a:ext cx="240196" cy="3222143"/>
          </a:xfrm>
          <a:custGeom>
            <a:avLst/>
            <a:gdLst/>
            <a:ahLst/>
            <a:cxnLst/>
            <a:rect r="r" b="b" t="t" l="l"/>
            <a:pathLst>
              <a:path h="3222143" w="240196">
                <a:moveTo>
                  <a:pt x="0" y="0"/>
                </a:moveTo>
                <a:lnTo>
                  <a:pt x="240196" y="0"/>
                </a:lnTo>
                <a:lnTo>
                  <a:pt x="240196" y="3222143"/>
                </a:lnTo>
                <a:lnTo>
                  <a:pt x="0" y="3222143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1038556">
            <a:off x="12983965" y="9037033"/>
            <a:ext cx="1879653" cy="2232849"/>
          </a:xfrm>
          <a:custGeom>
            <a:avLst/>
            <a:gdLst/>
            <a:ahLst/>
            <a:cxnLst/>
            <a:rect r="r" b="b" t="t" l="l"/>
            <a:pathLst>
              <a:path h="2232849" w="1879653">
                <a:moveTo>
                  <a:pt x="0" y="0"/>
                </a:moveTo>
                <a:lnTo>
                  <a:pt x="1879653" y="0"/>
                </a:lnTo>
                <a:lnTo>
                  <a:pt x="1879653" y="2232849"/>
                </a:lnTo>
                <a:lnTo>
                  <a:pt x="0" y="2232849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848129">
            <a:off x="-1020519" y="6396337"/>
            <a:ext cx="2548626" cy="1227974"/>
          </a:xfrm>
          <a:custGeom>
            <a:avLst/>
            <a:gdLst/>
            <a:ahLst/>
            <a:cxnLst/>
            <a:rect r="r" b="b" t="t" l="l"/>
            <a:pathLst>
              <a:path h="1227974" w="2548626">
                <a:moveTo>
                  <a:pt x="0" y="0"/>
                </a:moveTo>
                <a:lnTo>
                  <a:pt x="2548626" y="0"/>
                </a:lnTo>
                <a:lnTo>
                  <a:pt x="2548626" y="1227974"/>
                </a:lnTo>
                <a:lnTo>
                  <a:pt x="0" y="1227974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6402983">
            <a:off x="274484" y="1687767"/>
            <a:ext cx="305914" cy="2758240"/>
          </a:xfrm>
          <a:custGeom>
            <a:avLst/>
            <a:gdLst/>
            <a:ahLst/>
            <a:cxnLst/>
            <a:rect r="r" b="b" t="t" l="l"/>
            <a:pathLst>
              <a:path h="2758240" w="305914">
                <a:moveTo>
                  <a:pt x="0" y="0"/>
                </a:moveTo>
                <a:lnTo>
                  <a:pt x="305914" y="0"/>
                </a:lnTo>
                <a:lnTo>
                  <a:pt x="305914" y="2758240"/>
                </a:lnTo>
                <a:lnTo>
                  <a:pt x="0" y="275824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698887">
            <a:off x="1906450" y="1985551"/>
            <a:ext cx="2314398" cy="374512"/>
          </a:xfrm>
          <a:custGeom>
            <a:avLst/>
            <a:gdLst/>
            <a:ahLst/>
            <a:cxnLst/>
            <a:rect r="r" b="b" t="t" l="l"/>
            <a:pathLst>
              <a:path h="374512" w="2314398">
                <a:moveTo>
                  <a:pt x="0" y="0"/>
                </a:moveTo>
                <a:lnTo>
                  <a:pt x="2314398" y="0"/>
                </a:lnTo>
                <a:lnTo>
                  <a:pt x="2314398" y="374511"/>
                </a:lnTo>
                <a:lnTo>
                  <a:pt x="0" y="374511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1053125">
            <a:off x="2182173" y="7470637"/>
            <a:ext cx="1889039" cy="954823"/>
          </a:xfrm>
          <a:custGeom>
            <a:avLst/>
            <a:gdLst/>
            <a:ahLst/>
            <a:cxnLst/>
            <a:rect r="r" b="b" t="t" l="l"/>
            <a:pathLst>
              <a:path h="954823" w="1889039">
                <a:moveTo>
                  <a:pt x="0" y="0"/>
                </a:moveTo>
                <a:lnTo>
                  <a:pt x="1889039" y="0"/>
                </a:lnTo>
                <a:lnTo>
                  <a:pt x="1889039" y="954823"/>
                </a:lnTo>
                <a:lnTo>
                  <a:pt x="0" y="954823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1206933">
            <a:off x="15084023" y="6703828"/>
            <a:ext cx="2101259" cy="515764"/>
          </a:xfrm>
          <a:custGeom>
            <a:avLst/>
            <a:gdLst/>
            <a:ahLst/>
            <a:cxnLst/>
            <a:rect r="r" b="b" t="t" l="l"/>
            <a:pathLst>
              <a:path h="515764" w="2101259">
                <a:moveTo>
                  <a:pt x="0" y="0"/>
                </a:moveTo>
                <a:lnTo>
                  <a:pt x="2101259" y="0"/>
                </a:lnTo>
                <a:lnTo>
                  <a:pt x="2101259" y="515764"/>
                </a:lnTo>
                <a:lnTo>
                  <a:pt x="0" y="515764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2005937">
            <a:off x="13560892" y="1803070"/>
            <a:ext cx="1484653" cy="594496"/>
          </a:xfrm>
          <a:custGeom>
            <a:avLst/>
            <a:gdLst/>
            <a:ahLst/>
            <a:cxnLst/>
            <a:rect r="r" b="b" t="t" l="l"/>
            <a:pathLst>
              <a:path h="594496" w="1484653">
                <a:moveTo>
                  <a:pt x="0" y="0"/>
                </a:moveTo>
                <a:lnTo>
                  <a:pt x="1484653" y="0"/>
                </a:lnTo>
                <a:lnTo>
                  <a:pt x="1484653" y="594496"/>
                </a:lnTo>
                <a:lnTo>
                  <a:pt x="0" y="594496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-5820" t="-289673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420366" y="1658671"/>
            <a:ext cx="11781209" cy="3526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046"/>
              </a:lnSpc>
            </a:pPr>
            <a:r>
              <a:rPr lang="en-US" sz="10404" spc="593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EVENTOS IDEPENDENTES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19214" y="5398876"/>
            <a:ext cx="12849572" cy="321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0"/>
              </a:lnSpc>
            </a:pPr>
            <a:r>
              <a:rPr lang="en-US" sz="10329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E</a:t>
            </a:r>
          </a:p>
          <a:p>
            <a:pPr algn="ctr" marL="0" indent="0" lvl="0">
              <a:lnSpc>
                <a:spcPts val="8160"/>
              </a:lnSpc>
            </a:pPr>
            <a:r>
              <a:rPr lang="en-US" sz="10329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Probabilidade em espaços equiprovaveis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2751440" y="3303729"/>
          <a:ext cx="10470042" cy="5264192"/>
        </p:xfrm>
        <a:graphic>
          <a:graphicData uri="http://schemas.openxmlformats.org/drawingml/2006/table">
            <a:tbl>
              <a:tblPr/>
              <a:tblGrid>
                <a:gridCol w="8138828"/>
              </a:tblGrid>
              <a:tr h="1124487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60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4319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Definição</a:t>
                      </a:r>
                      <a:endParaRPr lang="en-US" sz="1100"/>
                    </a:p>
                  </a:txBody>
                  <a:tcPr marL="148190" marR="148190" marT="148190" marB="14819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584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604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4319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Diferença entre eventos independentes e mutuamente excludentes</a:t>
                      </a:r>
                      <a:endParaRPr lang="en-US" sz="1100"/>
                    </a:p>
                  </a:txBody>
                  <a:tcPr marL="148190" marR="148190" marT="148190" marB="14819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4536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5096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4319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Exemplos</a:t>
                      </a:r>
                      <a:endParaRPr lang="en-US" sz="1100"/>
                    </a:p>
                  </a:txBody>
                  <a:tcPr marL="148190" marR="148190" marT="148190" marB="14819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4585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4978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48190" marR="148190" marT="148190" marB="14819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1310287" y="3427903"/>
            <a:ext cx="848210" cy="84821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AFF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287" y="4894190"/>
            <a:ext cx="848210" cy="84821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AFF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0287" y="6352000"/>
            <a:ext cx="848210" cy="84821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AFF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47253" y="1385099"/>
            <a:ext cx="9640559" cy="133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77"/>
              </a:lnSpc>
              <a:spcBef>
                <a:spcPct val="0"/>
              </a:spcBef>
            </a:pPr>
            <a:r>
              <a:rPr lang="en-US" sz="10863" spc="217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Topicos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9748" y="3590968"/>
            <a:ext cx="289288" cy="560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4"/>
              </a:lnSpc>
              <a:spcBef>
                <a:spcPct val="0"/>
              </a:spcBef>
            </a:pPr>
            <a:r>
              <a:rPr lang="en-US" b="true" sz="3929">
                <a:solidFill>
                  <a:srgbClr val="00000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89748" y="5037428"/>
            <a:ext cx="289288" cy="560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4"/>
              </a:lnSpc>
              <a:spcBef>
                <a:spcPct val="0"/>
              </a:spcBef>
            </a:pPr>
            <a:r>
              <a:rPr lang="en-US" b="true" sz="3929">
                <a:solidFill>
                  <a:srgbClr val="00000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89748" y="6512965"/>
            <a:ext cx="289288" cy="560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4"/>
              </a:lnSpc>
              <a:spcBef>
                <a:spcPct val="0"/>
              </a:spcBef>
            </a:pPr>
            <a:r>
              <a:rPr lang="en-US" b="true" sz="3929">
                <a:solidFill>
                  <a:srgbClr val="00000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3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457103" y="1991093"/>
            <a:ext cx="4830897" cy="4145788"/>
          </a:xfrm>
          <a:custGeom>
            <a:avLst/>
            <a:gdLst/>
            <a:ahLst/>
            <a:cxnLst/>
            <a:rect r="r" b="b" t="t" l="l"/>
            <a:pathLst>
              <a:path h="4145788" w="4830897">
                <a:moveTo>
                  <a:pt x="0" y="0"/>
                </a:moveTo>
                <a:lnTo>
                  <a:pt x="4830897" y="0"/>
                </a:lnTo>
                <a:lnTo>
                  <a:pt x="4830897" y="4145788"/>
                </a:lnTo>
                <a:lnTo>
                  <a:pt x="0" y="41457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8700" y="2469000"/>
            <a:ext cx="3214633" cy="146120"/>
          </a:xfrm>
          <a:custGeom>
            <a:avLst/>
            <a:gdLst/>
            <a:ahLst/>
            <a:cxnLst/>
            <a:rect r="r" b="b" t="t" l="l"/>
            <a:pathLst>
              <a:path h="146120" w="3214633">
                <a:moveTo>
                  <a:pt x="0" y="0"/>
                </a:moveTo>
                <a:lnTo>
                  <a:pt x="3214633" y="0"/>
                </a:lnTo>
                <a:lnTo>
                  <a:pt x="3214633" y="146120"/>
                </a:lnTo>
                <a:lnTo>
                  <a:pt x="0" y="146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210844" y="6433923"/>
            <a:ext cx="3936238" cy="1860767"/>
          </a:xfrm>
          <a:custGeom>
            <a:avLst/>
            <a:gdLst/>
            <a:ahLst/>
            <a:cxnLst/>
            <a:rect r="r" b="b" t="t" l="l"/>
            <a:pathLst>
              <a:path h="1860767" w="3936238">
                <a:moveTo>
                  <a:pt x="0" y="0"/>
                </a:moveTo>
                <a:lnTo>
                  <a:pt x="3936237" y="0"/>
                </a:lnTo>
                <a:lnTo>
                  <a:pt x="3936237" y="1860767"/>
                </a:lnTo>
                <a:lnTo>
                  <a:pt x="0" y="18607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354372">
            <a:off x="16365412" y="787878"/>
            <a:ext cx="1213822" cy="2217948"/>
          </a:xfrm>
          <a:custGeom>
            <a:avLst/>
            <a:gdLst/>
            <a:ahLst/>
            <a:cxnLst/>
            <a:rect r="r" b="b" t="t" l="l"/>
            <a:pathLst>
              <a:path h="2217948" w="1213822">
                <a:moveTo>
                  <a:pt x="0" y="0"/>
                </a:moveTo>
                <a:lnTo>
                  <a:pt x="1213822" y="0"/>
                </a:lnTo>
                <a:lnTo>
                  <a:pt x="1213822" y="2217948"/>
                </a:lnTo>
                <a:lnTo>
                  <a:pt x="0" y="22179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2341093">
            <a:off x="11911398" y="1600068"/>
            <a:ext cx="1674531" cy="670529"/>
          </a:xfrm>
          <a:custGeom>
            <a:avLst/>
            <a:gdLst/>
            <a:ahLst/>
            <a:cxnLst/>
            <a:rect r="r" b="b" t="t" l="l"/>
            <a:pathLst>
              <a:path h="670529" w="1674531">
                <a:moveTo>
                  <a:pt x="0" y="0"/>
                </a:moveTo>
                <a:lnTo>
                  <a:pt x="1674532" y="0"/>
                </a:lnTo>
                <a:lnTo>
                  <a:pt x="1674532" y="670529"/>
                </a:lnTo>
                <a:lnTo>
                  <a:pt x="0" y="6705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5820" t="-289673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6028" y="928606"/>
            <a:ext cx="16035943" cy="8429788"/>
            <a:chOff x="0" y="0"/>
            <a:chExt cx="6148859" cy="32323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571" y="-1183"/>
              <a:ext cx="6146346" cy="3225358"/>
            </a:xfrm>
            <a:custGeom>
              <a:avLst/>
              <a:gdLst/>
              <a:ahLst/>
              <a:cxnLst/>
              <a:rect r="r" b="b" t="t" l="l"/>
              <a:pathLst>
                <a:path h="3225358" w="6146346">
                  <a:moveTo>
                    <a:pt x="6146141" y="2853965"/>
                  </a:moveTo>
                  <a:cubicBezTo>
                    <a:pt x="6142853" y="2047922"/>
                    <a:pt x="6103395" y="958232"/>
                    <a:pt x="6103395" y="154229"/>
                  </a:cubicBezTo>
                  <a:cubicBezTo>
                    <a:pt x="6103395" y="141986"/>
                    <a:pt x="6106683" y="129742"/>
                    <a:pt x="6106683" y="119539"/>
                  </a:cubicBezTo>
                  <a:cubicBezTo>
                    <a:pt x="6103395" y="117498"/>
                    <a:pt x="6100107" y="117498"/>
                    <a:pt x="6096819" y="115458"/>
                  </a:cubicBezTo>
                  <a:cubicBezTo>
                    <a:pt x="6096819" y="115458"/>
                    <a:pt x="6093530" y="117498"/>
                    <a:pt x="6093530" y="119539"/>
                  </a:cubicBezTo>
                  <a:cubicBezTo>
                    <a:pt x="6086954" y="129742"/>
                    <a:pt x="6073802" y="129742"/>
                    <a:pt x="6060649" y="129742"/>
                  </a:cubicBezTo>
                  <a:cubicBezTo>
                    <a:pt x="6044208" y="127701"/>
                    <a:pt x="6027767" y="117498"/>
                    <a:pt x="6008038" y="121579"/>
                  </a:cubicBezTo>
                  <a:cubicBezTo>
                    <a:pt x="6001462" y="123620"/>
                    <a:pt x="5988309" y="119539"/>
                    <a:pt x="5985022" y="115458"/>
                  </a:cubicBezTo>
                  <a:cubicBezTo>
                    <a:pt x="5975157" y="107295"/>
                    <a:pt x="5962004" y="107295"/>
                    <a:pt x="5948852" y="111376"/>
                  </a:cubicBezTo>
                  <a:cubicBezTo>
                    <a:pt x="5942275" y="113417"/>
                    <a:pt x="5935699" y="111376"/>
                    <a:pt x="5929122" y="111376"/>
                  </a:cubicBezTo>
                  <a:cubicBezTo>
                    <a:pt x="5919258" y="111376"/>
                    <a:pt x="5906105" y="109336"/>
                    <a:pt x="5896241" y="107295"/>
                  </a:cubicBezTo>
                  <a:cubicBezTo>
                    <a:pt x="5892953" y="107295"/>
                    <a:pt x="5886377" y="105254"/>
                    <a:pt x="5883088" y="105254"/>
                  </a:cubicBezTo>
                  <a:cubicBezTo>
                    <a:pt x="5873224" y="103214"/>
                    <a:pt x="5863359" y="97092"/>
                    <a:pt x="5853495" y="105254"/>
                  </a:cubicBezTo>
                  <a:cubicBezTo>
                    <a:pt x="5853495" y="105254"/>
                    <a:pt x="5846918" y="105254"/>
                    <a:pt x="5843631" y="103214"/>
                  </a:cubicBezTo>
                  <a:cubicBezTo>
                    <a:pt x="5840342" y="99133"/>
                    <a:pt x="5837054" y="93011"/>
                    <a:pt x="5833766" y="88930"/>
                  </a:cubicBezTo>
                  <a:cubicBezTo>
                    <a:pt x="5827190" y="82808"/>
                    <a:pt x="5827190" y="72605"/>
                    <a:pt x="5817325" y="68523"/>
                  </a:cubicBezTo>
                  <a:cubicBezTo>
                    <a:pt x="5810749" y="66483"/>
                    <a:pt x="5807461" y="64442"/>
                    <a:pt x="5804173" y="60361"/>
                  </a:cubicBezTo>
                  <a:cubicBezTo>
                    <a:pt x="5804173" y="58320"/>
                    <a:pt x="5797596" y="56280"/>
                    <a:pt x="5797596" y="54239"/>
                  </a:cubicBezTo>
                  <a:lnTo>
                    <a:pt x="5787732" y="48117"/>
                  </a:lnTo>
                  <a:cubicBezTo>
                    <a:pt x="5784444" y="44036"/>
                    <a:pt x="5781155" y="37914"/>
                    <a:pt x="5774579" y="35873"/>
                  </a:cubicBezTo>
                  <a:cubicBezTo>
                    <a:pt x="5761427" y="29752"/>
                    <a:pt x="5758138" y="21589"/>
                    <a:pt x="5764715" y="11386"/>
                  </a:cubicBezTo>
                  <a:cubicBezTo>
                    <a:pt x="5754850" y="9345"/>
                    <a:pt x="5748274" y="5264"/>
                    <a:pt x="5738410" y="5264"/>
                  </a:cubicBezTo>
                  <a:cubicBezTo>
                    <a:pt x="5698951" y="7305"/>
                    <a:pt x="5656206" y="11386"/>
                    <a:pt x="5616747" y="13427"/>
                  </a:cubicBezTo>
                  <a:cubicBezTo>
                    <a:pt x="5610171" y="13427"/>
                    <a:pt x="5600306" y="15467"/>
                    <a:pt x="5597019" y="17508"/>
                  </a:cubicBezTo>
                  <a:cubicBezTo>
                    <a:pt x="5570713" y="27711"/>
                    <a:pt x="5544408" y="19549"/>
                    <a:pt x="5518102" y="17508"/>
                  </a:cubicBezTo>
                  <a:cubicBezTo>
                    <a:pt x="5498374" y="17508"/>
                    <a:pt x="5478645" y="11386"/>
                    <a:pt x="5458916" y="9345"/>
                  </a:cubicBezTo>
                  <a:cubicBezTo>
                    <a:pt x="5435899" y="7305"/>
                    <a:pt x="5416170" y="9345"/>
                    <a:pt x="5393153" y="7305"/>
                  </a:cubicBezTo>
                  <a:cubicBezTo>
                    <a:pt x="5389865" y="7305"/>
                    <a:pt x="5386576" y="5264"/>
                    <a:pt x="5383288" y="3224"/>
                  </a:cubicBezTo>
                  <a:cubicBezTo>
                    <a:pt x="5376712" y="-1357"/>
                    <a:pt x="5363559" y="-87"/>
                    <a:pt x="5356983" y="1183"/>
                  </a:cubicBezTo>
                  <a:cubicBezTo>
                    <a:pt x="5347118" y="5264"/>
                    <a:pt x="5343831" y="11386"/>
                    <a:pt x="5337254" y="17508"/>
                  </a:cubicBezTo>
                  <a:cubicBezTo>
                    <a:pt x="5320813" y="19549"/>
                    <a:pt x="5297796" y="21589"/>
                    <a:pt x="5281355" y="27711"/>
                  </a:cubicBezTo>
                  <a:cubicBezTo>
                    <a:pt x="5268203" y="31792"/>
                    <a:pt x="5261626" y="33833"/>
                    <a:pt x="5251762" y="29752"/>
                  </a:cubicBezTo>
                  <a:lnTo>
                    <a:pt x="5248474" y="31792"/>
                  </a:lnTo>
                  <a:cubicBezTo>
                    <a:pt x="5255050" y="35873"/>
                    <a:pt x="5258338" y="41995"/>
                    <a:pt x="5264914" y="46077"/>
                  </a:cubicBezTo>
                  <a:cubicBezTo>
                    <a:pt x="5255050" y="48117"/>
                    <a:pt x="5241897" y="52198"/>
                    <a:pt x="5235321" y="50158"/>
                  </a:cubicBezTo>
                  <a:cubicBezTo>
                    <a:pt x="5218880" y="48117"/>
                    <a:pt x="5212304" y="52198"/>
                    <a:pt x="5199151" y="56280"/>
                  </a:cubicBezTo>
                  <a:cubicBezTo>
                    <a:pt x="5185999" y="62402"/>
                    <a:pt x="5169558" y="66483"/>
                    <a:pt x="5156405" y="70564"/>
                  </a:cubicBezTo>
                  <a:cubicBezTo>
                    <a:pt x="5153117" y="70564"/>
                    <a:pt x="5149829" y="70564"/>
                    <a:pt x="5146541" y="68523"/>
                  </a:cubicBezTo>
                  <a:cubicBezTo>
                    <a:pt x="5143252" y="68523"/>
                    <a:pt x="5139964" y="66483"/>
                    <a:pt x="5139964" y="66483"/>
                  </a:cubicBezTo>
                  <a:cubicBezTo>
                    <a:pt x="5123523" y="70564"/>
                    <a:pt x="5107083" y="74645"/>
                    <a:pt x="5090642" y="70564"/>
                  </a:cubicBezTo>
                  <a:cubicBezTo>
                    <a:pt x="5087354" y="70564"/>
                    <a:pt x="5087354" y="72605"/>
                    <a:pt x="5084065" y="72605"/>
                  </a:cubicBezTo>
                  <a:cubicBezTo>
                    <a:pt x="5064337" y="76686"/>
                    <a:pt x="5051184" y="90970"/>
                    <a:pt x="5024879" y="90970"/>
                  </a:cubicBezTo>
                  <a:cubicBezTo>
                    <a:pt x="5005150" y="90970"/>
                    <a:pt x="4985421" y="101173"/>
                    <a:pt x="4965692" y="101173"/>
                  </a:cubicBezTo>
                  <a:cubicBezTo>
                    <a:pt x="4942674" y="103214"/>
                    <a:pt x="4922946" y="107295"/>
                    <a:pt x="4903217" y="113417"/>
                  </a:cubicBezTo>
                  <a:cubicBezTo>
                    <a:pt x="4896640" y="115458"/>
                    <a:pt x="4890064" y="115458"/>
                    <a:pt x="4886776" y="115458"/>
                  </a:cubicBezTo>
                  <a:cubicBezTo>
                    <a:pt x="4870335" y="111376"/>
                    <a:pt x="4860470" y="117498"/>
                    <a:pt x="4853894" y="123620"/>
                  </a:cubicBezTo>
                  <a:cubicBezTo>
                    <a:pt x="4837454" y="137904"/>
                    <a:pt x="4811148" y="141986"/>
                    <a:pt x="4788131" y="146067"/>
                  </a:cubicBezTo>
                  <a:cubicBezTo>
                    <a:pt x="4758538" y="150148"/>
                    <a:pt x="4728944" y="152189"/>
                    <a:pt x="4699351" y="154229"/>
                  </a:cubicBezTo>
                  <a:cubicBezTo>
                    <a:pt x="4696063" y="154229"/>
                    <a:pt x="4692775" y="160351"/>
                    <a:pt x="4686199" y="162392"/>
                  </a:cubicBezTo>
                  <a:cubicBezTo>
                    <a:pt x="4682910" y="162392"/>
                    <a:pt x="4679622" y="160351"/>
                    <a:pt x="4679622" y="160351"/>
                  </a:cubicBezTo>
                  <a:cubicBezTo>
                    <a:pt x="4663181" y="172595"/>
                    <a:pt x="4653317" y="190960"/>
                    <a:pt x="4620435" y="188920"/>
                  </a:cubicBezTo>
                  <a:lnTo>
                    <a:pt x="4617147" y="188920"/>
                  </a:lnTo>
                  <a:cubicBezTo>
                    <a:pt x="4590842" y="199123"/>
                    <a:pt x="4564536" y="195042"/>
                    <a:pt x="4541519" y="190960"/>
                  </a:cubicBezTo>
                  <a:cubicBezTo>
                    <a:pt x="4534943" y="190960"/>
                    <a:pt x="4525079" y="186879"/>
                    <a:pt x="4521790" y="182798"/>
                  </a:cubicBezTo>
                  <a:cubicBezTo>
                    <a:pt x="4511926" y="170554"/>
                    <a:pt x="4485620" y="166473"/>
                    <a:pt x="4465891" y="170554"/>
                  </a:cubicBezTo>
                  <a:cubicBezTo>
                    <a:pt x="4449451" y="174635"/>
                    <a:pt x="4433010" y="176676"/>
                    <a:pt x="4416569" y="180757"/>
                  </a:cubicBezTo>
                  <a:cubicBezTo>
                    <a:pt x="4390264" y="184839"/>
                    <a:pt x="4367247" y="186879"/>
                    <a:pt x="4340942" y="178717"/>
                  </a:cubicBezTo>
                  <a:cubicBezTo>
                    <a:pt x="4314636" y="170554"/>
                    <a:pt x="4294907" y="176676"/>
                    <a:pt x="4281755" y="195042"/>
                  </a:cubicBezTo>
                  <a:cubicBezTo>
                    <a:pt x="4271890" y="207285"/>
                    <a:pt x="4245585" y="209326"/>
                    <a:pt x="4229144" y="199123"/>
                  </a:cubicBezTo>
                  <a:cubicBezTo>
                    <a:pt x="4219279" y="193001"/>
                    <a:pt x="4212703" y="195042"/>
                    <a:pt x="4202839" y="199123"/>
                  </a:cubicBezTo>
                  <a:lnTo>
                    <a:pt x="4183110" y="211367"/>
                  </a:lnTo>
                  <a:cubicBezTo>
                    <a:pt x="4179822" y="213407"/>
                    <a:pt x="4173245" y="213407"/>
                    <a:pt x="4169957" y="213407"/>
                  </a:cubicBezTo>
                  <a:lnTo>
                    <a:pt x="4150228" y="213407"/>
                  </a:lnTo>
                  <a:cubicBezTo>
                    <a:pt x="4137075" y="213407"/>
                    <a:pt x="4123923" y="211367"/>
                    <a:pt x="4110770" y="209326"/>
                  </a:cubicBezTo>
                  <a:cubicBezTo>
                    <a:pt x="4094330" y="207285"/>
                    <a:pt x="4081177" y="201163"/>
                    <a:pt x="4064736" y="199123"/>
                  </a:cubicBezTo>
                  <a:cubicBezTo>
                    <a:pt x="4038431" y="197082"/>
                    <a:pt x="4031854" y="182798"/>
                    <a:pt x="4021990" y="172595"/>
                  </a:cubicBezTo>
                  <a:cubicBezTo>
                    <a:pt x="4015414" y="166473"/>
                    <a:pt x="4002261" y="158310"/>
                    <a:pt x="3989109" y="160351"/>
                  </a:cubicBezTo>
                  <a:cubicBezTo>
                    <a:pt x="3975956" y="164432"/>
                    <a:pt x="3962803" y="160351"/>
                    <a:pt x="3952939" y="158310"/>
                  </a:cubicBezTo>
                  <a:cubicBezTo>
                    <a:pt x="3949650" y="158310"/>
                    <a:pt x="3943074" y="156270"/>
                    <a:pt x="3939786" y="156270"/>
                  </a:cubicBezTo>
                  <a:cubicBezTo>
                    <a:pt x="3916769" y="152189"/>
                    <a:pt x="3900328" y="160351"/>
                    <a:pt x="3883887" y="170554"/>
                  </a:cubicBezTo>
                  <a:lnTo>
                    <a:pt x="3870735" y="178717"/>
                  </a:lnTo>
                  <a:cubicBezTo>
                    <a:pt x="3867447" y="180757"/>
                    <a:pt x="3867447" y="184839"/>
                    <a:pt x="3864158" y="186879"/>
                  </a:cubicBezTo>
                  <a:cubicBezTo>
                    <a:pt x="3844429" y="197082"/>
                    <a:pt x="3824700" y="193001"/>
                    <a:pt x="3801683" y="186879"/>
                  </a:cubicBezTo>
                  <a:cubicBezTo>
                    <a:pt x="3781954" y="180757"/>
                    <a:pt x="3758937" y="186879"/>
                    <a:pt x="3752361" y="199123"/>
                  </a:cubicBezTo>
                  <a:cubicBezTo>
                    <a:pt x="3749073" y="207285"/>
                    <a:pt x="3745785" y="213407"/>
                    <a:pt x="3729344" y="217488"/>
                  </a:cubicBezTo>
                  <a:cubicBezTo>
                    <a:pt x="3712903" y="223610"/>
                    <a:pt x="3693174" y="227691"/>
                    <a:pt x="3689886" y="241976"/>
                  </a:cubicBezTo>
                  <a:cubicBezTo>
                    <a:pt x="3689886" y="244016"/>
                    <a:pt x="3686598" y="246057"/>
                    <a:pt x="3683309" y="246057"/>
                  </a:cubicBezTo>
                  <a:cubicBezTo>
                    <a:pt x="3673445" y="248098"/>
                    <a:pt x="3666869" y="250138"/>
                    <a:pt x="3657004" y="252179"/>
                  </a:cubicBezTo>
                  <a:lnTo>
                    <a:pt x="3627411" y="252179"/>
                  </a:lnTo>
                  <a:cubicBezTo>
                    <a:pt x="3607682" y="250138"/>
                    <a:pt x="3587953" y="246057"/>
                    <a:pt x="3568224" y="244016"/>
                  </a:cubicBezTo>
                  <a:cubicBezTo>
                    <a:pt x="3545207" y="241976"/>
                    <a:pt x="3525478" y="250138"/>
                    <a:pt x="3502461" y="252179"/>
                  </a:cubicBezTo>
                  <a:lnTo>
                    <a:pt x="3499173" y="254219"/>
                  </a:lnTo>
                  <a:cubicBezTo>
                    <a:pt x="3492597" y="260341"/>
                    <a:pt x="3482732" y="258301"/>
                    <a:pt x="3476156" y="254219"/>
                  </a:cubicBezTo>
                  <a:cubicBezTo>
                    <a:pt x="3463003" y="246057"/>
                    <a:pt x="3439985" y="244016"/>
                    <a:pt x="3423545" y="248098"/>
                  </a:cubicBezTo>
                  <a:cubicBezTo>
                    <a:pt x="3403816" y="254219"/>
                    <a:pt x="3384087" y="258301"/>
                    <a:pt x="3364358" y="262382"/>
                  </a:cubicBezTo>
                  <a:cubicBezTo>
                    <a:pt x="3357782" y="262382"/>
                    <a:pt x="3351206" y="260341"/>
                    <a:pt x="3347917" y="260341"/>
                  </a:cubicBezTo>
                  <a:cubicBezTo>
                    <a:pt x="3341341" y="260341"/>
                    <a:pt x="3331477" y="258301"/>
                    <a:pt x="3328188" y="260341"/>
                  </a:cubicBezTo>
                  <a:cubicBezTo>
                    <a:pt x="3301883" y="272585"/>
                    <a:pt x="3275578" y="268504"/>
                    <a:pt x="3252560" y="260341"/>
                  </a:cubicBezTo>
                  <a:cubicBezTo>
                    <a:pt x="3239408" y="256260"/>
                    <a:pt x="3219679" y="252179"/>
                    <a:pt x="3213103" y="239935"/>
                  </a:cubicBezTo>
                  <a:cubicBezTo>
                    <a:pt x="3209814" y="231773"/>
                    <a:pt x="3196662" y="223610"/>
                    <a:pt x="3186797" y="217488"/>
                  </a:cubicBezTo>
                  <a:cubicBezTo>
                    <a:pt x="3170357" y="207285"/>
                    <a:pt x="3153916" y="193001"/>
                    <a:pt x="3124322" y="193001"/>
                  </a:cubicBezTo>
                  <a:cubicBezTo>
                    <a:pt x="3117746" y="193001"/>
                    <a:pt x="3111170" y="184839"/>
                    <a:pt x="3107882" y="186879"/>
                  </a:cubicBezTo>
                  <a:cubicBezTo>
                    <a:pt x="3094729" y="188920"/>
                    <a:pt x="3094729" y="184839"/>
                    <a:pt x="3088153" y="180757"/>
                  </a:cubicBezTo>
                  <a:cubicBezTo>
                    <a:pt x="3081577" y="176676"/>
                    <a:pt x="3071712" y="172595"/>
                    <a:pt x="3065136" y="166473"/>
                  </a:cubicBezTo>
                  <a:cubicBezTo>
                    <a:pt x="3055271" y="158310"/>
                    <a:pt x="3045406" y="148107"/>
                    <a:pt x="3035542" y="139945"/>
                  </a:cubicBezTo>
                  <a:cubicBezTo>
                    <a:pt x="3025678" y="131782"/>
                    <a:pt x="3019101" y="121579"/>
                    <a:pt x="3009237" y="113417"/>
                  </a:cubicBezTo>
                  <a:cubicBezTo>
                    <a:pt x="3005949" y="111376"/>
                    <a:pt x="2996084" y="109336"/>
                    <a:pt x="2992796" y="111376"/>
                  </a:cubicBezTo>
                  <a:lnTo>
                    <a:pt x="2953338" y="123620"/>
                  </a:lnTo>
                  <a:cubicBezTo>
                    <a:pt x="2946762" y="125661"/>
                    <a:pt x="2943474" y="129742"/>
                    <a:pt x="2940186" y="133823"/>
                  </a:cubicBezTo>
                  <a:lnTo>
                    <a:pt x="2936897" y="131782"/>
                  </a:lnTo>
                  <a:cubicBezTo>
                    <a:pt x="2940186" y="125661"/>
                    <a:pt x="2943474" y="119539"/>
                    <a:pt x="2946762" y="117498"/>
                  </a:cubicBezTo>
                  <a:lnTo>
                    <a:pt x="2907304" y="111376"/>
                  </a:lnTo>
                  <a:cubicBezTo>
                    <a:pt x="2897439" y="109336"/>
                    <a:pt x="2880998" y="109336"/>
                    <a:pt x="2874422" y="109336"/>
                  </a:cubicBezTo>
                  <a:lnTo>
                    <a:pt x="2821812" y="109336"/>
                  </a:lnTo>
                  <a:cubicBezTo>
                    <a:pt x="2802083" y="109336"/>
                    <a:pt x="2785642" y="107295"/>
                    <a:pt x="2765913" y="109336"/>
                  </a:cubicBezTo>
                  <a:cubicBezTo>
                    <a:pt x="2752761" y="111376"/>
                    <a:pt x="2742896" y="107295"/>
                    <a:pt x="2733031" y="103214"/>
                  </a:cubicBezTo>
                  <a:cubicBezTo>
                    <a:pt x="2706726" y="90970"/>
                    <a:pt x="2680421" y="76686"/>
                    <a:pt x="2644251" y="82808"/>
                  </a:cubicBezTo>
                  <a:cubicBezTo>
                    <a:pt x="2640963" y="82808"/>
                    <a:pt x="2634387" y="80767"/>
                    <a:pt x="2631098" y="78726"/>
                  </a:cubicBezTo>
                  <a:cubicBezTo>
                    <a:pt x="2621234" y="76686"/>
                    <a:pt x="2614658" y="72605"/>
                    <a:pt x="2601505" y="68523"/>
                  </a:cubicBezTo>
                  <a:cubicBezTo>
                    <a:pt x="2601505" y="74645"/>
                    <a:pt x="2601505" y="76686"/>
                    <a:pt x="2604793" y="80767"/>
                  </a:cubicBezTo>
                  <a:cubicBezTo>
                    <a:pt x="2598217" y="84848"/>
                    <a:pt x="2594929" y="82808"/>
                    <a:pt x="2591641" y="80767"/>
                  </a:cubicBezTo>
                  <a:cubicBezTo>
                    <a:pt x="2588353" y="82808"/>
                    <a:pt x="2585064" y="86889"/>
                    <a:pt x="2581776" y="86889"/>
                  </a:cubicBezTo>
                  <a:cubicBezTo>
                    <a:pt x="2565335" y="90970"/>
                    <a:pt x="2548895" y="93011"/>
                    <a:pt x="2532454" y="97092"/>
                  </a:cubicBezTo>
                  <a:cubicBezTo>
                    <a:pt x="2525878" y="99133"/>
                    <a:pt x="2519301" y="101173"/>
                    <a:pt x="2516013" y="103214"/>
                  </a:cubicBezTo>
                  <a:cubicBezTo>
                    <a:pt x="2502860" y="109336"/>
                    <a:pt x="2492996" y="119539"/>
                    <a:pt x="2469979" y="117498"/>
                  </a:cubicBezTo>
                  <a:cubicBezTo>
                    <a:pt x="2466690" y="117498"/>
                    <a:pt x="2460114" y="121579"/>
                    <a:pt x="2453538" y="121579"/>
                  </a:cubicBezTo>
                  <a:cubicBezTo>
                    <a:pt x="2446962" y="123620"/>
                    <a:pt x="2437097" y="123620"/>
                    <a:pt x="2430521" y="125661"/>
                  </a:cubicBezTo>
                  <a:lnTo>
                    <a:pt x="2423945" y="125661"/>
                  </a:lnTo>
                  <a:cubicBezTo>
                    <a:pt x="2404215" y="129742"/>
                    <a:pt x="2387775" y="133823"/>
                    <a:pt x="2368046" y="135864"/>
                  </a:cubicBezTo>
                  <a:lnTo>
                    <a:pt x="2354893" y="135864"/>
                  </a:lnTo>
                  <a:cubicBezTo>
                    <a:pt x="2338452" y="135864"/>
                    <a:pt x="2325300" y="133823"/>
                    <a:pt x="2308859" y="133823"/>
                  </a:cubicBezTo>
                  <a:cubicBezTo>
                    <a:pt x="2292418" y="133823"/>
                    <a:pt x="2275977" y="137904"/>
                    <a:pt x="2259537" y="137904"/>
                  </a:cubicBezTo>
                  <a:cubicBezTo>
                    <a:pt x="2239807" y="137904"/>
                    <a:pt x="2216790" y="137904"/>
                    <a:pt x="2200350" y="129742"/>
                  </a:cubicBezTo>
                  <a:cubicBezTo>
                    <a:pt x="2197062" y="127701"/>
                    <a:pt x="2187197" y="127701"/>
                    <a:pt x="2180621" y="129742"/>
                  </a:cubicBezTo>
                  <a:cubicBezTo>
                    <a:pt x="2157603" y="131782"/>
                    <a:pt x="2134586" y="133823"/>
                    <a:pt x="2114857" y="137904"/>
                  </a:cubicBezTo>
                  <a:cubicBezTo>
                    <a:pt x="2095128" y="141986"/>
                    <a:pt x="2085264" y="137904"/>
                    <a:pt x="2078688" y="127701"/>
                  </a:cubicBezTo>
                  <a:cubicBezTo>
                    <a:pt x="2075400" y="123620"/>
                    <a:pt x="2068823" y="119539"/>
                    <a:pt x="2062247" y="115458"/>
                  </a:cubicBezTo>
                  <a:cubicBezTo>
                    <a:pt x="2052382" y="111376"/>
                    <a:pt x="2042518" y="105254"/>
                    <a:pt x="2032654" y="105254"/>
                  </a:cubicBezTo>
                  <a:cubicBezTo>
                    <a:pt x="2009636" y="105254"/>
                    <a:pt x="1996484" y="97092"/>
                    <a:pt x="1980043" y="90970"/>
                  </a:cubicBezTo>
                  <a:cubicBezTo>
                    <a:pt x="1953738" y="80767"/>
                    <a:pt x="1930720" y="68523"/>
                    <a:pt x="1897839" y="70564"/>
                  </a:cubicBezTo>
                  <a:lnTo>
                    <a:pt x="1897839" y="60361"/>
                  </a:lnTo>
                  <a:cubicBezTo>
                    <a:pt x="1904415" y="60361"/>
                    <a:pt x="1910992" y="60361"/>
                    <a:pt x="1917568" y="58320"/>
                  </a:cubicBezTo>
                  <a:cubicBezTo>
                    <a:pt x="1907703" y="54239"/>
                    <a:pt x="1907703" y="48117"/>
                    <a:pt x="1901127" y="44036"/>
                  </a:cubicBezTo>
                  <a:cubicBezTo>
                    <a:pt x="1887974" y="37914"/>
                    <a:pt x="1874822" y="35873"/>
                    <a:pt x="1861669" y="31792"/>
                  </a:cubicBezTo>
                  <a:cubicBezTo>
                    <a:pt x="1851805" y="29752"/>
                    <a:pt x="1838652" y="29752"/>
                    <a:pt x="1845228" y="39955"/>
                  </a:cubicBezTo>
                  <a:cubicBezTo>
                    <a:pt x="1828788" y="41995"/>
                    <a:pt x="1815635" y="41995"/>
                    <a:pt x="1809058" y="46077"/>
                  </a:cubicBezTo>
                  <a:cubicBezTo>
                    <a:pt x="1795906" y="52198"/>
                    <a:pt x="1782753" y="48117"/>
                    <a:pt x="1772889" y="44036"/>
                  </a:cubicBezTo>
                  <a:cubicBezTo>
                    <a:pt x="1766312" y="41995"/>
                    <a:pt x="1759736" y="39955"/>
                    <a:pt x="1753160" y="41995"/>
                  </a:cubicBezTo>
                  <a:cubicBezTo>
                    <a:pt x="1713702" y="54239"/>
                    <a:pt x="1674244" y="48117"/>
                    <a:pt x="1634786" y="48117"/>
                  </a:cubicBezTo>
                  <a:cubicBezTo>
                    <a:pt x="1628210" y="48117"/>
                    <a:pt x="1621634" y="46077"/>
                    <a:pt x="1611769" y="46077"/>
                  </a:cubicBezTo>
                  <a:cubicBezTo>
                    <a:pt x="1598616" y="44036"/>
                    <a:pt x="1588752" y="39955"/>
                    <a:pt x="1575599" y="37914"/>
                  </a:cubicBezTo>
                  <a:cubicBezTo>
                    <a:pt x="1562447" y="35873"/>
                    <a:pt x="1546006" y="33833"/>
                    <a:pt x="1532853" y="31792"/>
                  </a:cubicBezTo>
                  <a:lnTo>
                    <a:pt x="1522989" y="31792"/>
                  </a:lnTo>
                  <a:cubicBezTo>
                    <a:pt x="1499972" y="31792"/>
                    <a:pt x="1476955" y="33833"/>
                    <a:pt x="1457226" y="33833"/>
                  </a:cubicBezTo>
                  <a:cubicBezTo>
                    <a:pt x="1440785" y="33833"/>
                    <a:pt x="1424344" y="29752"/>
                    <a:pt x="1404615" y="27711"/>
                  </a:cubicBezTo>
                  <a:cubicBezTo>
                    <a:pt x="1401327" y="11386"/>
                    <a:pt x="1375022" y="15467"/>
                    <a:pt x="1358581" y="7305"/>
                  </a:cubicBezTo>
                  <a:cubicBezTo>
                    <a:pt x="1355293" y="5264"/>
                    <a:pt x="1348716" y="7305"/>
                    <a:pt x="1345428" y="7305"/>
                  </a:cubicBezTo>
                  <a:cubicBezTo>
                    <a:pt x="1325699" y="5264"/>
                    <a:pt x="1312547" y="11386"/>
                    <a:pt x="1305970" y="21589"/>
                  </a:cubicBezTo>
                  <a:cubicBezTo>
                    <a:pt x="1296106" y="31792"/>
                    <a:pt x="1269800" y="35873"/>
                    <a:pt x="1279665" y="52198"/>
                  </a:cubicBezTo>
                  <a:cubicBezTo>
                    <a:pt x="1282953" y="54239"/>
                    <a:pt x="1289529" y="56280"/>
                    <a:pt x="1292818" y="60361"/>
                  </a:cubicBezTo>
                  <a:cubicBezTo>
                    <a:pt x="1292818" y="66483"/>
                    <a:pt x="1289529" y="70564"/>
                    <a:pt x="1279665" y="68523"/>
                  </a:cubicBezTo>
                  <a:cubicBezTo>
                    <a:pt x="1276377" y="68523"/>
                    <a:pt x="1273089" y="72605"/>
                    <a:pt x="1269800" y="74645"/>
                  </a:cubicBezTo>
                  <a:cubicBezTo>
                    <a:pt x="1266512" y="76686"/>
                    <a:pt x="1266512" y="80767"/>
                    <a:pt x="1263224" y="80767"/>
                  </a:cubicBezTo>
                  <a:cubicBezTo>
                    <a:pt x="1243495" y="84848"/>
                    <a:pt x="1230343" y="95051"/>
                    <a:pt x="1207325" y="93011"/>
                  </a:cubicBezTo>
                  <a:lnTo>
                    <a:pt x="1200749" y="93011"/>
                  </a:lnTo>
                  <a:cubicBezTo>
                    <a:pt x="1181020" y="103214"/>
                    <a:pt x="1161291" y="101173"/>
                    <a:pt x="1138274" y="99133"/>
                  </a:cubicBezTo>
                  <a:cubicBezTo>
                    <a:pt x="1128410" y="97092"/>
                    <a:pt x="1115257" y="99133"/>
                    <a:pt x="1102104" y="99133"/>
                  </a:cubicBezTo>
                  <a:cubicBezTo>
                    <a:pt x="1092240" y="99133"/>
                    <a:pt x="1082375" y="99133"/>
                    <a:pt x="1072511" y="95051"/>
                  </a:cubicBezTo>
                  <a:cubicBezTo>
                    <a:pt x="1059358" y="90970"/>
                    <a:pt x="1046206" y="84848"/>
                    <a:pt x="1033053" y="80767"/>
                  </a:cubicBezTo>
                  <a:cubicBezTo>
                    <a:pt x="1019900" y="76686"/>
                    <a:pt x="1003459" y="76686"/>
                    <a:pt x="1003459" y="62402"/>
                  </a:cubicBezTo>
                  <a:cubicBezTo>
                    <a:pt x="1003459" y="60361"/>
                    <a:pt x="996883" y="58320"/>
                    <a:pt x="996883" y="56280"/>
                  </a:cubicBezTo>
                  <a:cubicBezTo>
                    <a:pt x="973866" y="68523"/>
                    <a:pt x="954137" y="78726"/>
                    <a:pt x="934408" y="88930"/>
                  </a:cubicBezTo>
                  <a:cubicBezTo>
                    <a:pt x="924544" y="95051"/>
                    <a:pt x="911391" y="103214"/>
                    <a:pt x="917967" y="113417"/>
                  </a:cubicBezTo>
                  <a:cubicBezTo>
                    <a:pt x="917967" y="115458"/>
                    <a:pt x="914679" y="117498"/>
                    <a:pt x="914679" y="119539"/>
                  </a:cubicBezTo>
                  <a:cubicBezTo>
                    <a:pt x="911391" y="123620"/>
                    <a:pt x="908103" y="127701"/>
                    <a:pt x="901527" y="129742"/>
                  </a:cubicBezTo>
                  <a:cubicBezTo>
                    <a:pt x="894950" y="135864"/>
                    <a:pt x="888374" y="141986"/>
                    <a:pt x="881798" y="150148"/>
                  </a:cubicBezTo>
                  <a:lnTo>
                    <a:pt x="862069" y="162392"/>
                  </a:lnTo>
                  <a:cubicBezTo>
                    <a:pt x="855492" y="168514"/>
                    <a:pt x="848916" y="174635"/>
                    <a:pt x="839052" y="178717"/>
                  </a:cubicBezTo>
                  <a:cubicBezTo>
                    <a:pt x="816034" y="190960"/>
                    <a:pt x="793017" y="203204"/>
                    <a:pt x="766712" y="215448"/>
                  </a:cubicBezTo>
                  <a:cubicBezTo>
                    <a:pt x="753559" y="223610"/>
                    <a:pt x="737119" y="229732"/>
                    <a:pt x="723966" y="237895"/>
                  </a:cubicBezTo>
                  <a:cubicBezTo>
                    <a:pt x="700949" y="250138"/>
                    <a:pt x="674644" y="260341"/>
                    <a:pt x="661491" y="278707"/>
                  </a:cubicBezTo>
                  <a:cubicBezTo>
                    <a:pt x="661491" y="280748"/>
                    <a:pt x="654915" y="282788"/>
                    <a:pt x="651626" y="284829"/>
                  </a:cubicBezTo>
                  <a:cubicBezTo>
                    <a:pt x="635186" y="292991"/>
                    <a:pt x="608880" y="292991"/>
                    <a:pt x="608880" y="309316"/>
                  </a:cubicBezTo>
                  <a:cubicBezTo>
                    <a:pt x="582575" y="309316"/>
                    <a:pt x="569422" y="321560"/>
                    <a:pt x="556270" y="331763"/>
                  </a:cubicBezTo>
                  <a:cubicBezTo>
                    <a:pt x="546405" y="339925"/>
                    <a:pt x="536541" y="350129"/>
                    <a:pt x="523388" y="356250"/>
                  </a:cubicBezTo>
                  <a:cubicBezTo>
                    <a:pt x="510236" y="360332"/>
                    <a:pt x="493795" y="358291"/>
                    <a:pt x="477354" y="358291"/>
                  </a:cubicBezTo>
                  <a:cubicBezTo>
                    <a:pt x="470778" y="358291"/>
                    <a:pt x="464201" y="358291"/>
                    <a:pt x="464201" y="360332"/>
                  </a:cubicBezTo>
                  <a:cubicBezTo>
                    <a:pt x="451049" y="368494"/>
                    <a:pt x="434608" y="374616"/>
                    <a:pt x="424743" y="384819"/>
                  </a:cubicBezTo>
                  <a:cubicBezTo>
                    <a:pt x="414879" y="395022"/>
                    <a:pt x="405014" y="401144"/>
                    <a:pt x="388574" y="403185"/>
                  </a:cubicBezTo>
                  <a:cubicBezTo>
                    <a:pt x="372133" y="405225"/>
                    <a:pt x="355692" y="415428"/>
                    <a:pt x="332675" y="409306"/>
                  </a:cubicBezTo>
                  <a:cubicBezTo>
                    <a:pt x="312946" y="405225"/>
                    <a:pt x="289929" y="409306"/>
                    <a:pt x="276776" y="401144"/>
                  </a:cubicBezTo>
                  <a:cubicBezTo>
                    <a:pt x="250471" y="403185"/>
                    <a:pt x="230742" y="407266"/>
                    <a:pt x="207725" y="409306"/>
                  </a:cubicBezTo>
                  <a:cubicBezTo>
                    <a:pt x="181420" y="413388"/>
                    <a:pt x="151826" y="411347"/>
                    <a:pt x="128809" y="423591"/>
                  </a:cubicBezTo>
                  <a:cubicBezTo>
                    <a:pt x="109080" y="433794"/>
                    <a:pt x="92639" y="443997"/>
                    <a:pt x="63046" y="441956"/>
                  </a:cubicBezTo>
                  <a:cubicBezTo>
                    <a:pt x="66334" y="454200"/>
                    <a:pt x="69622" y="464403"/>
                    <a:pt x="72910" y="476647"/>
                  </a:cubicBezTo>
                  <a:cubicBezTo>
                    <a:pt x="79487" y="509297"/>
                    <a:pt x="86063" y="541947"/>
                    <a:pt x="89351" y="574596"/>
                  </a:cubicBezTo>
                  <a:cubicBezTo>
                    <a:pt x="99216" y="615409"/>
                    <a:pt x="102504" y="654180"/>
                    <a:pt x="95927" y="692952"/>
                  </a:cubicBezTo>
                  <a:cubicBezTo>
                    <a:pt x="89351" y="748049"/>
                    <a:pt x="59758" y="2633579"/>
                    <a:pt x="30164" y="2684594"/>
                  </a:cubicBezTo>
                  <a:lnTo>
                    <a:pt x="571" y="2727447"/>
                  </a:lnTo>
                  <a:cubicBezTo>
                    <a:pt x="-1969" y="2737650"/>
                    <a:pt x="3859" y="2743772"/>
                    <a:pt x="20300" y="2745813"/>
                  </a:cubicBezTo>
                  <a:cubicBezTo>
                    <a:pt x="40029" y="2747854"/>
                    <a:pt x="46605" y="2756016"/>
                    <a:pt x="53181" y="2766219"/>
                  </a:cubicBezTo>
                  <a:cubicBezTo>
                    <a:pt x="59758" y="2782544"/>
                    <a:pt x="49893" y="2798869"/>
                    <a:pt x="63046" y="2815194"/>
                  </a:cubicBezTo>
                  <a:cubicBezTo>
                    <a:pt x="69622" y="2823356"/>
                    <a:pt x="63046" y="2837640"/>
                    <a:pt x="59758" y="2849884"/>
                  </a:cubicBezTo>
                  <a:cubicBezTo>
                    <a:pt x="56469" y="2866209"/>
                    <a:pt x="63046" y="2882534"/>
                    <a:pt x="72910" y="2896818"/>
                  </a:cubicBezTo>
                  <a:cubicBezTo>
                    <a:pt x="95927" y="2921306"/>
                    <a:pt x="99216" y="2949875"/>
                    <a:pt x="99216" y="2976403"/>
                  </a:cubicBezTo>
                  <a:cubicBezTo>
                    <a:pt x="99216" y="2982524"/>
                    <a:pt x="102504" y="2988646"/>
                    <a:pt x="105792" y="2992728"/>
                  </a:cubicBezTo>
                  <a:cubicBezTo>
                    <a:pt x="112368" y="2996809"/>
                    <a:pt x="125521" y="3000890"/>
                    <a:pt x="138673" y="3002931"/>
                  </a:cubicBezTo>
                  <a:lnTo>
                    <a:pt x="217589" y="3027418"/>
                  </a:lnTo>
                  <a:cubicBezTo>
                    <a:pt x="253759" y="3039661"/>
                    <a:pt x="283353" y="3037621"/>
                    <a:pt x="316234" y="3023337"/>
                  </a:cubicBezTo>
                  <a:cubicBezTo>
                    <a:pt x="319522" y="3021296"/>
                    <a:pt x="329387" y="3019255"/>
                    <a:pt x="332675" y="3019255"/>
                  </a:cubicBezTo>
                  <a:cubicBezTo>
                    <a:pt x="355692" y="3021296"/>
                    <a:pt x="378709" y="3021296"/>
                    <a:pt x="398438" y="3033540"/>
                  </a:cubicBezTo>
                  <a:cubicBezTo>
                    <a:pt x="421455" y="3045783"/>
                    <a:pt x="454337" y="3053946"/>
                    <a:pt x="480642" y="3064149"/>
                  </a:cubicBezTo>
                  <a:cubicBezTo>
                    <a:pt x="497083" y="3070271"/>
                    <a:pt x="516812" y="3078433"/>
                    <a:pt x="526676" y="3086596"/>
                  </a:cubicBezTo>
                  <a:cubicBezTo>
                    <a:pt x="533253" y="3090677"/>
                    <a:pt x="539829" y="3094758"/>
                    <a:pt x="546405" y="3096799"/>
                  </a:cubicBezTo>
                  <a:cubicBezTo>
                    <a:pt x="582575" y="3104961"/>
                    <a:pt x="602304" y="3125368"/>
                    <a:pt x="625321" y="3141692"/>
                  </a:cubicBezTo>
                  <a:cubicBezTo>
                    <a:pt x="645050" y="3155977"/>
                    <a:pt x="671355" y="3164139"/>
                    <a:pt x="700949" y="3166180"/>
                  </a:cubicBezTo>
                  <a:cubicBezTo>
                    <a:pt x="733830" y="3170261"/>
                    <a:pt x="766712" y="3172302"/>
                    <a:pt x="799594" y="3176383"/>
                  </a:cubicBezTo>
                  <a:cubicBezTo>
                    <a:pt x="812746" y="3178424"/>
                    <a:pt x="829187" y="3180464"/>
                    <a:pt x="842340" y="3184545"/>
                  </a:cubicBezTo>
                  <a:cubicBezTo>
                    <a:pt x="858780" y="3188627"/>
                    <a:pt x="875221" y="3188627"/>
                    <a:pt x="888374" y="3194749"/>
                  </a:cubicBezTo>
                  <a:cubicBezTo>
                    <a:pt x="908103" y="3204952"/>
                    <a:pt x="927832" y="3211074"/>
                    <a:pt x="954137" y="3206992"/>
                  </a:cubicBezTo>
                  <a:cubicBezTo>
                    <a:pt x="964002" y="3204952"/>
                    <a:pt x="977154" y="3209033"/>
                    <a:pt x="987019" y="3211074"/>
                  </a:cubicBezTo>
                  <a:cubicBezTo>
                    <a:pt x="990307" y="3211074"/>
                    <a:pt x="993595" y="3213114"/>
                    <a:pt x="996883" y="3213114"/>
                  </a:cubicBezTo>
                  <a:cubicBezTo>
                    <a:pt x="1033053" y="3215155"/>
                    <a:pt x="1065935" y="3211074"/>
                    <a:pt x="1098816" y="3206992"/>
                  </a:cubicBezTo>
                  <a:cubicBezTo>
                    <a:pt x="1111969" y="3204952"/>
                    <a:pt x="1125121" y="3202911"/>
                    <a:pt x="1138274" y="3198830"/>
                  </a:cubicBezTo>
                  <a:cubicBezTo>
                    <a:pt x="1174444" y="3188627"/>
                    <a:pt x="1210614" y="3178424"/>
                    <a:pt x="1243495" y="3166180"/>
                  </a:cubicBezTo>
                  <a:cubicBezTo>
                    <a:pt x="1266512" y="3158017"/>
                    <a:pt x="1289529" y="3149855"/>
                    <a:pt x="1315835" y="3158017"/>
                  </a:cubicBezTo>
                  <a:lnTo>
                    <a:pt x="1328987" y="3158017"/>
                  </a:lnTo>
                  <a:cubicBezTo>
                    <a:pt x="1352004" y="3158017"/>
                    <a:pt x="1375022" y="3155977"/>
                    <a:pt x="1394750" y="3153936"/>
                  </a:cubicBezTo>
                  <a:cubicBezTo>
                    <a:pt x="1398039" y="3153936"/>
                    <a:pt x="1404615" y="3153936"/>
                    <a:pt x="1404615" y="3151895"/>
                  </a:cubicBezTo>
                  <a:cubicBezTo>
                    <a:pt x="1414479" y="3143733"/>
                    <a:pt x="1430920" y="3143733"/>
                    <a:pt x="1447361" y="3141692"/>
                  </a:cubicBezTo>
                  <a:cubicBezTo>
                    <a:pt x="1473666" y="3139652"/>
                    <a:pt x="1499972" y="3139652"/>
                    <a:pt x="1519701" y="3129449"/>
                  </a:cubicBezTo>
                  <a:cubicBezTo>
                    <a:pt x="1539430" y="3121286"/>
                    <a:pt x="1559158" y="3119246"/>
                    <a:pt x="1582176" y="3117205"/>
                  </a:cubicBezTo>
                  <a:cubicBezTo>
                    <a:pt x="1585464" y="3117205"/>
                    <a:pt x="1592040" y="3115165"/>
                    <a:pt x="1595328" y="3115165"/>
                  </a:cubicBezTo>
                  <a:cubicBezTo>
                    <a:pt x="1611769" y="3113124"/>
                    <a:pt x="1628210" y="3107002"/>
                    <a:pt x="1641363" y="3109043"/>
                  </a:cubicBezTo>
                  <a:cubicBezTo>
                    <a:pt x="1670956" y="3113124"/>
                    <a:pt x="1684109" y="3107002"/>
                    <a:pt x="1703837" y="3090677"/>
                  </a:cubicBezTo>
                  <a:cubicBezTo>
                    <a:pt x="1707126" y="3086596"/>
                    <a:pt x="1716990" y="3084555"/>
                    <a:pt x="1723566" y="3082514"/>
                  </a:cubicBezTo>
                  <a:cubicBezTo>
                    <a:pt x="1740007" y="3080474"/>
                    <a:pt x="1756448" y="3082514"/>
                    <a:pt x="1772889" y="3080474"/>
                  </a:cubicBezTo>
                  <a:cubicBezTo>
                    <a:pt x="1782753" y="3080474"/>
                    <a:pt x="1792618" y="3074352"/>
                    <a:pt x="1799194" y="3074352"/>
                  </a:cubicBezTo>
                  <a:cubicBezTo>
                    <a:pt x="1825499" y="3076393"/>
                    <a:pt x="1855093" y="3070271"/>
                    <a:pt x="1878110" y="3080474"/>
                  </a:cubicBezTo>
                  <a:cubicBezTo>
                    <a:pt x="1881398" y="3082514"/>
                    <a:pt x="1887974" y="3082514"/>
                    <a:pt x="1894551" y="3082514"/>
                  </a:cubicBezTo>
                  <a:cubicBezTo>
                    <a:pt x="1937297" y="3084555"/>
                    <a:pt x="1973466" y="3092718"/>
                    <a:pt x="2003060" y="3109043"/>
                  </a:cubicBezTo>
                  <a:cubicBezTo>
                    <a:pt x="2012925" y="3115165"/>
                    <a:pt x="2026077" y="3119246"/>
                    <a:pt x="2035942" y="3123327"/>
                  </a:cubicBezTo>
                  <a:cubicBezTo>
                    <a:pt x="2045806" y="3127408"/>
                    <a:pt x="2058959" y="3127408"/>
                    <a:pt x="2068823" y="3129449"/>
                  </a:cubicBezTo>
                  <a:cubicBezTo>
                    <a:pt x="2078688" y="3131489"/>
                    <a:pt x="2085264" y="3133530"/>
                    <a:pt x="2095128" y="3133530"/>
                  </a:cubicBezTo>
                  <a:cubicBezTo>
                    <a:pt x="2111569" y="3133530"/>
                    <a:pt x="2124722" y="3137611"/>
                    <a:pt x="2134586" y="3145774"/>
                  </a:cubicBezTo>
                  <a:cubicBezTo>
                    <a:pt x="2137874" y="3147814"/>
                    <a:pt x="2141163" y="3149855"/>
                    <a:pt x="2144451" y="3153936"/>
                  </a:cubicBezTo>
                  <a:cubicBezTo>
                    <a:pt x="2141163" y="3160058"/>
                    <a:pt x="2160892" y="3176383"/>
                    <a:pt x="2174044" y="3176383"/>
                  </a:cubicBezTo>
                  <a:cubicBezTo>
                    <a:pt x="2197062" y="3176383"/>
                    <a:pt x="2220079" y="3180464"/>
                    <a:pt x="2239807" y="3190667"/>
                  </a:cubicBezTo>
                  <a:cubicBezTo>
                    <a:pt x="2243096" y="3192708"/>
                    <a:pt x="2249672" y="3192708"/>
                    <a:pt x="2256248" y="3190667"/>
                  </a:cubicBezTo>
                  <a:cubicBezTo>
                    <a:pt x="2266113" y="3188627"/>
                    <a:pt x="2272689" y="3188627"/>
                    <a:pt x="2279265" y="3194749"/>
                  </a:cubicBezTo>
                  <a:cubicBezTo>
                    <a:pt x="2282554" y="3196789"/>
                    <a:pt x="2295706" y="3196789"/>
                    <a:pt x="2302282" y="3196789"/>
                  </a:cubicBezTo>
                  <a:cubicBezTo>
                    <a:pt x="2318723" y="3196789"/>
                    <a:pt x="2338452" y="3194749"/>
                    <a:pt x="2354893" y="3196789"/>
                  </a:cubicBezTo>
                  <a:cubicBezTo>
                    <a:pt x="2384487" y="3198830"/>
                    <a:pt x="2410792" y="3200870"/>
                    <a:pt x="2440385" y="3204952"/>
                  </a:cubicBezTo>
                  <a:cubicBezTo>
                    <a:pt x="2446962" y="3204952"/>
                    <a:pt x="2453538" y="3206992"/>
                    <a:pt x="2456826" y="3209033"/>
                  </a:cubicBezTo>
                  <a:cubicBezTo>
                    <a:pt x="2463402" y="3219236"/>
                    <a:pt x="2479843" y="3219236"/>
                    <a:pt x="2489708" y="3221277"/>
                  </a:cubicBezTo>
                  <a:cubicBezTo>
                    <a:pt x="2499572" y="3223317"/>
                    <a:pt x="2512725" y="3225358"/>
                    <a:pt x="2519301" y="3225358"/>
                  </a:cubicBezTo>
                  <a:cubicBezTo>
                    <a:pt x="2522589" y="3223317"/>
                    <a:pt x="2529165" y="3221277"/>
                    <a:pt x="2535742" y="3217195"/>
                  </a:cubicBezTo>
                  <a:cubicBezTo>
                    <a:pt x="2522589" y="3217195"/>
                    <a:pt x="2516013" y="3219236"/>
                    <a:pt x="2509437" y="3219236"/>
                  </a:cubicBezTo>
                  <a:cubicBezTo>
                    <a:pt x="2522589" y="3209033"/>
                    <a:pt x="2535742" y="3206992"/>
                    <a:pt x="2552183" y="3213114"/>
                  </a:cubicBezTo>
                  <a:cubicBezTo>
                    <a:pt x="2571912" y="3223317"/>
                    <a:pt x="2588353" y="3223317"/>
                    <a:pt x="2611370" y="3213114"/>
                  </a:cubicBezTo>
                  <a:lnTo>
                    <a:pt x="2631098" y="3206992"/>
                  </a:lnTo>
                  <a:lnTo>
                    <a:pt x="2631098" y="3196789"/>
                  </a:lnTo>
                  <a:cubicBezTo>
                    <a:pt x="2640963" y="3198830"/>
                    <a:pt x="2650827" y="3202911"/>
                    <a:pt x="2657404" y="3202911"/>
                  </a:cubicBezTo>
                  <a:cubicBezTo>
                    <a:pt x="2677133" y="3196789"/>
                    <a:pt x="2696862" y="3190667"/>
                    <a:pt x="2713303" y="3182505"/>
                  </a:cubicBezTo>
                  <a:cubicBezTo>
                    <a:pt x="2733031" y="3174342"/>
                    <a:pt x="2749472" y="3164139"/>
                    <a:pt x="2765913" y="3155977"/>
                  </a:cubicBezTo>
                  <a:cubicBezTo>
                    <a:pt x="2769201" y="3155977"/>
                    <a:pt x="2769201" y="3153936"/>
                    <a:pt x="2772489" y="3153936"/>
                  </a:cubicBezTo>
                  <a:cubicBezTo>
                    <a:pt x="2795506" y="3149855"/>
                    <a:pt x="2815235" y="3147814"/>
                    <a:pt x="2838253" y="3143733"/>
                  </a:cubicBezTo>
                  <a:cubicBezTo>
                    <a:pt x="2851405" y="3141692"/>
                    <a:pt x="2861270" y="3137611"/>
                    <a:pt x="2874422" y="3135571"/>
                  </a:cubicBezTo>
                  <a:cubicBezTo>
                    <a:pt x="2884287" y="3133530"/>
                    <a:pt x="2890863" y="3133530"/>
                    <a:pt x="2900728" y="3131489"/>
                  </a:cubicBezTo>
                  <a:lnTo>
                    <a:pt x="2933609" y="3131489"/>
                  </a:lnTo>
                  <a:cubicBezTo>
                    <a:pt x="2940186" y="3131489"/>
                    <a:pt x="2950050" y="3131489"/>
                    <a:pt x="2956626" y="3129449"/>
                  </a:cubicBezTo>
                  <a:cubicBezTo>
                    <a:pt x="2959914" y="3125368"/>
                    <a:pt x="2966491" y="3119246"/>
                    <a:pt x="2969779" y="3119246"/>
                  </a:cubicBezTo>
                  <a:cubicBezTo>
                    <a:pt x="2979643" y="3119246"/>
                    <a:pt x="2986220" y="3123327"/>
                    <a:pt x="2996084" y="3125368"/>
                  </a:cubicBezTo>
                  <a:cubicBezTo>
                    <a:pt x="2999372" y="3125368"/>
                    <a:pt x="2999372" y="3127408"/>
                    <a:pt x="2999372" y="3129449"/>
                  </a:cubicBezTo>
                  <a:cubicBezTo>
                    <a:pt x="3012525" y="3137611"/>
                    <a:pt x="3022389" y="3147814"/>
                    <a:pt x="3035542" y="3155977"/>
                  </a:cubicBezTo>
                  <a:cubicBezTo>
                    <a:pt x="3051983" y="3166180"/>
                    <a:pt x="3068424" y="3166180"/>
                    <a:pt x="3078288" y="3160058"/>
                  </a:cubicBezTo>
                  <a:cubicBezTo>
                    <a:pt x="3094729" y="3151895"/>
                    <a:pt x="3107882" y="3145774"/>
                    <a:pt x="3130899" y="3149855"/>
                  </a:cubicBezTo>
                  <a:cubicBezTo>
                    <a:pt x="3134187" y="3149855"/>
                    <a:pt x="3140763" y="3151895"/>
                    <a:pt x="3144051" y="3149855"/>
                  </a:cubicBezTo>
                  <a:cubicBezTo>
                    <a:pt x="3160492" y="3145774"/>
                    <a:pt x="3180221" y="3141692"/>
                    <a:pt x="3196662" y="3135571"/>
                  </a:cubicBezTo>
                  <a:cubicBezTo>
                    <a:pt x="3206526" y="3133530"/>
                    <a:pt x="3219679" y="3133530"/>
                    <a:pt x="3222967" y="3129449"/>
                  </a:cubicBezTo>
                  <a:cubicBezTo>
                    <a:pt x="3232832" y="3117205"/>
                    <a:pt x="3249273" y="3111083"/>
                    <a:pt x="3265713" y="3102921"/>
                  </a:cubicBezTo>
                  <a:cubicBezTo>
                    <a:pt x="3275578" y="3096799"/>
                    <a:pt x="3285442" y="3088636"/>
                    <a:pt x="3295307" y="3086596"/>
                  </a:cubicBezTo>
                  <a:cubicBezTo>
                    <a:pt x="3318324" y="3082514"/>
                    <a:pt x="3334765" y="3070271"/>
                    <a:pt x="3354493" y="3062108"/>
                  </a:cubicBezTo>
                  <a:cubicBezTo>
                    <a:pt x="3370934" y="3055986"/>
                    <a:pt x="3380799" y="3043743"/>
                    <a:pt x="3397240" y="3041702"/>
                  </a:cubicBezTo>
                  <a:cubicBezTo>
                    <a:pt x="3423545" y="3037621"/>
                    <a:pt x="3443274" y="3027418"/>
                    <a:pt x="3466291" y="3017215"/>
                  </a:cubicBezTo>
                  <a:cubicBezTo>
                    <a:pt x="3479444" y="3011093"/>
                    <a:pt x="3495884" y="3007012"/>
                    <a:pt x="3512325" y="3009052"/>
                  </a:cubicBezTo>
                  <a:cubicBezTo>
                    <a:pt x="3522190" y="3011093"/>
                    <a:pt x="3535342" y="3009052"/>
                    <a:pt x="3541919" y="3007012"/>
                  </a:cubicBezTo>
                  <a:cubicBezTo>
                    <a:pt x="3555071" y="3002931"/>
                    <a:pt x="3568224" y="2996809"/>
                    <a:pt x="3581376" y="2992728"/>
                  </a:cubicBezTo>
                  <a:cubicBezTo>
                    <a:pt x="3591241" y="2988646"/>
                    <a:pt x="3601105" y="2984565"/>
                    <a:pt x="3610970" y="2984565"/>
                  </a:cubicBezTo>
                  <a:cubicBezTo>
                    <a:pt x="3643852" y="2982524"/>
                    <a:pt x="3670157" y="2978443"/>
                    <a:pt x="3686598" y="2958037"/>
                  </a:cubicBezTo>
                  <a:cubicBezTo>
                    <a:pt x="3693174" y="2949875"/>
                    <a:pt x="3726056" y="2939671"/>
                    <a:pt x="3739208" y="2943753"/>
                  </a:cubicBezTo>
                  <a:cubicBezTo>
                    <a:pt x="3762226" y="2949875"/>
                    <a:pt x="3778666" y="2945793"/>
                    <a:pt x="3791819" y="2933550"/>
                  </a:cubicBezTo>
                  <a:cubicBezTo>
                    <a:pt x="3801683" y="2927427"/>
                    <a:pt x="3814836" y="2929468"/>
                    <a:pt x="3824700" y="2933550"/>
                  </a:cubicBezTo>
                  <a:cubicBezTo>
                    <a:pt x="3831277" y="2937631"/>
                    <a:pt x="3837853" y="2939671"/>
                    <a:pt x="3844429" y="2939671"/>
                  </a:cubicBezTo>
                  <a:cubicBezTo>
                    <a:pt x="3867447" y="2941712"/>
                    <a:pt x="3893752" y="2939671"/>
                    <a:pt x="3916769" y="2941712"/>
                  </a:cubicBezTo>
                  <a:cubicBezTo>
                    <a:pt x="3936498" y="2943753"/>
                    <a:pt x="3956227" y="2939671"/>
                    <a:pt x="3969380" y="2931509"/>
                  </a:cubicBezTo>
                  <a:cubicBezTo>
                    <a:pt x="3982532" y="2923346"/>
                    <a:pt x="3992397" y="2923346"/>
                    <a:pt x="4012125" y="2927427"/>
                  </a:cubicBezTo>
                  <a:cubicBezTo>
                    <a:pt x="4028566" y="2931509"/>
                    <a:pt x="4041719" y="2941712"/>
                    <a:pt x="4064736" y="2939671"/>
                  </a:cubicBezTo>
                  <a:cubicBezTo>
                    <a:pt x="4084465" y="2937631"/>
                    <a:pt x="4107482" y="2943753"/>
                    <a:pt x="4130499" y="2937631"/>
                  </a:cubicBezTo>
                  <a:lnTo>
                    <a:pt x="4143652" y="2937631"/>
                  </a:lnTo>
                  <a:cubicBezTo>
                    <a:pt x="4163381" y="2941712"/>
                    <a:pt x="4183110" y="2943753"/>
                    <a:pt x="4199551" y="2953956"/>
                  </a:cubicBezTo>
                  <a:cubicBezTo>
                    <a:pt x="4219279" y="2964159"/>
                    <a:pt x="4222568" y="2888656"/>
                    <a:pt x="4242297" y="2896818"/>
                  </a:cubicBezTo>
                  <a:cubicBezTo>
                    <a:pt x="4271890" y="2909062"/>
                    <a:pt x="4265314" y="2896818"/>
                    <a:pt x="4294907" y="2907021"/>
                  </a:cubicBezTo>
                  <a:cubicBezTo>
                    <a:pt x="4317924" y="2913143"/>
                    <a:pt x="4308060" y="2890697"/>
                    <a:pt x="4334365" y="2894778"/>
                  </a:cubicBezTo>
                  <a:cubicBezTo>
                    <a:pt x="4337653" y="2894778"/>
                    <a:pt x="4377111" y="2911103"/>
                    <a:pt x="4377111" y="2909062"/>
                  </a:cubicBezTo>
                  <a:cubicBezTo>
                    <a:pt x="4393552" y="2902940"/>
                    <a:pt x="4409993" y="2841722"/>
                    <a:pt x="4426433" y="2843762"/>
                  </a:cubicBezTo>
                  <a:cubicBezTo>
                    <a:pt x="4459315" y="2849884"/>
                    <a:pt x="4488909" y="2845803"/>
                    <a:pt x="4518502" y="2837640"/>
                  </a:cubicBezTo>
                  <a:cubicBezTo>
                    <a:pt x="4534943" y="2833559"/>
                    <a:pt x="4561248" y="2819275"/>
                    <a:pt x="4574401" y="2825397"/>
                  </a:cubicBezTo>
                  <a:cubicBezTo>
                    <a:pt x="4597418" y="2835600"/>
                    <a:pt x="4620435" y="2839681"/>
                    <a:pt x="4646740" y="2841722"/>
                  </a:cubicBezTo>
                  <a:cubicBezTo>
                    <a:pt x="4650029" y="2841722"/>
                    <a:pt x="4653317" y="2843762"/>
                    <a:pt x="4656605" y="2845803"/>
                  </a:cubicBezTo>
                  <a:cubicBezTo>
                    <a:pt x="4666469" y="2853965"/>
                    <a:pt x="4712503" y="2831519"/>
                    <a:pt x="4722368" y="2839681"/>
                  </a:cubicBezTo>
                  <a:cubicBezTo>
                    <a:pt x="4735521" y="2851925"/>
                    <a:pt x="4748673" y="2864169"/>
                    <a:pt x="4761826" y="2874372"/>
                  </a:cubicBezTo>
                  <a:cubicBezTo>
                    <a:pt x="4768402" y="2878453"/>
                    <a:pt x="4778267" y="2880494"/>
                    <a:pt x="4781555" y="2884575"/>
                  </a:cubicBezTo>
                  <a:cubicBezTo>
                    <a:pt x="4784843" y="2894778"/>
                    <a:pt x="4791420" y="2898859"/>
                    <a:pt x="4807860" y="2898859"/>
                  </a:cubicBezTo>
                  <a:cubicBezTo>
                    <a:pt x="4817725" y="2898859"/>
                    <a:pt x="4827589" y="2900900"/>
                    <a:pt x="4834165" y="2904981"/>
                  </a:cubicBezTo>
                  <a:cubicBezTo>
                    <a:pt x="4850606" y="2911103"/>
                    <a:pt x="4863759" y="2917224"/>
                    <a:pt x="4876911" y="2923346"/>
                  </a:cubicBezTo>
                  <a:cubicBezTo>
                    <a:pt x="4893352" y="2929468"/>
                    <a:pt x="4909793" y="2935590"/>
                    <a:pt x="4916370" y="2945793"/>
                  </a:cubicBezTo>
                  <a:cubicBezTo>
                    <a:pt x="4919658" y="2949875"/>
                    <a:pt x="4922946" y="2951915"/>
                    <a:pt x="4926234" y="2953956"/>
                  </a:cubicBezTo>
                  <a:cubicBezTo>
                    <a:pt x="4939387" y="2962118"/>
                    <a:pt x="4952539" y="2968240"/>
                    <a:pt x="4965692" y="2976403"/>
                  </a:cubicBezTo>
                  <a:cubicBezTo>
                    <a:pt x="4985421" y="2986606"/>
                    <a:pt x="5001861" y="2998849"/>
                    <a:pt x="5021590" y="3009052"/>
                  </a:cubicBezTo>
                  <a:cubicBezTo>
                    <a:pt x="5028167" y="3011093"/>
                    <a:pt x="5034743" y="3015174"/>
                    <a:pt x="5041319" y="3017215"/>
                  </a:cubicBezTo>
                  <a:cubicBezTo>
                    <a:pt x="5054472" y="3021296"/>
                    <a:pt x="5067625" y="3025377"/>
                    <a:pt x="5077489" y="3031499"/>
                  </a:cubicBezTo>
                  <a:cubicBezTo>
                    <a:pt x="5087354" y="3037621"/>
                    <a:pt x="5133388" y="3000890"/>
                    <a:pt x="5139964" y="3009052"/>
                  </a:cubicBezTo>
                  <a:cubicBezTo>
                    <a:pt x="5139964" y="3011093"/>
                    <a:pt x="5143252" y="3011093"/>
                    <a:pt x="5146541" y="3011093"/>
                  </a:cubicBezTo>
                  <a:cubicBezTo>
                    <a:pt x="5166270" y="3021296"/>
                    <a:pt x="5185999" y="3017215"/>
                    <a:pt x="5205727" y="3013134"/>
                  </a:cubicBezTo>
                  <a:cubicBezTo>
                    <a:pt x="5212304" y="3011093"/>
                    <a:pt x="5218880" y="3009052"/>
                    <a:pt x="5222168" y="3011093"/>
                  </a:cubicBezTo>
                  <a:cubicBezTo>
                    <a:pt x="5245186" y="3017215"/>
                    <a:pt x="5261626" y="3031499"/>
                    <a:pt x="5291220" y="3033540"/>
                  </a:cubicBezTo>
                  <a:cubicBezTo>
                    <a:pt x="5291220" y="3033540"/>
                    <a:pt x="5294508" y="3033540"/>
                    <a:pt x="5294508" y="3035580"/>
                  </a:cubicBezTo>
                  <a:cubicBezTo>
                    <a:pt x="5301084" y="3047824"/>
                    <a:pt x="5320813" y="3047824"/>
                    <a:pt x="5337254" y="3049865"/>
                  </a:cubicBezTo>
                  <a:cubicBezTo>
                    <a:pt x="5347118" y="3049865"/>
                    <a:pt x="5356983" y="3051905"/>
                    <a:pt x="5363559" y="3053946"/>
                  </a:cubicBezTo>
                  <a:cubicBezTo>
                    <a:pt x="5383288" y="3060068"/>
                    <a:pt x="5403017" y="3068230"/>
                    <a:pt x="5426034" y="3072311"/>
                  </a:cubicBezTo>
                  <a:cubicBezTo>
                    <a:pt x="5455628" y="3078433"/>
                    <a:pt x="5485221" y="3082514"/>
                    <a:pt x="5508238" y="3092718"/>
                  </a:cubicBezTo>
                  <a:cubicBezTo>
                    <a:pt x="5511526" y="3092718"/>
                    <a:pt x="5514815" y="3092718"/>
                    <a:pt x="5514815" y="3094758"/>
                  </a:cubicBezTo>
                  <a:cubicBezTo>
                    <a:pt x="5524679" y="3098839"/>
                    <a:pt x="5541120" y="3100880"/>
                    <a:pt x="5547696" y="3107002"/>
                  </a:cubicBezTo>
                  <a:cubicBezTo>
                    <a:pt x="5557561" y="3119246"/>
                    <a:pt x="5583865" y="3117205"/>
                    <a:pt x="5597019" y="3127408"/>
                  </a:cubicBezTo>
                  <a:lnTo>
                    <a:pt x="5600306" y="3127408"/>
                  </a:lnTo>
                  <a:cubicBezTo>
                    <a:pt x="5613459" y="3127408"/>
                    <a:pt x="5626612" y="3129449"/>
                    <a:pt x="5643053" y="3129449"/>
                  </a:cubicBezTo>
                  <a:cubicBezTo>
                    <a:pt x="5649629" y="3127408"/>
                    <a:pt x="5659493" y="3123327"/>
                    <a:pt x="5666070" y="3123327"/>
                  </a:cubicBezTo>
                  <a:cubicBezTo>
                    <a:pt x="5695663" y="3129449"/>
                    <a:pt x="5725256" y="3129449"/>
                    <a:pt x="5744986" y="3113124"/>
                  </a:cubicBezTo>
                  <a:cubicBezTo>
                    <a:pt x="5748274" y="3111083"/>
                    <a:pt x="5754850" y="3111083"/>
                    <a:pt x="5761427" y="3111083"/>
                  </a:cubicBezTo>
                  <a:lnTo>
                    <a:pt x="5787732" y="3111083"/>
                  </a:lnTo>
                  <a:cubicBezTo>
                    <a:pt x="5817325" y="3107002"/>
                    <a:pt x="5843631" y="3102921"/>
                    <a:pt x="5873224" y="3100880"/>
                  </a:cubicBezTo>
                  <a:cubicBezTo>
                    <a:pt x="5886377" y="3098839"/>
                    <a:pt x="5902818" y="3102921"/>
                    <a:pt x="5915970" y="3104961"/>
                  </a:cubicBezTo>
                  <a:cubicBezTo>
                    <a:pt x="5929122" y="3107002"/>
                    <a:pt x="5942275" y="3107002"/>
                    <a:pt x="5955428" y="3107002"/>
                  </a:cubicBezTo>
                  <a:cubicBezTo>
                    <a:pt x="5971869" y="3107002"/>
                    <a:pt x="5985022" y="3102921"/>
                    <a:pt x="6001462" y="3102921"/>
                  </a:cubicBezTo>
                  <a:cubicBezTo>
                    <a:pt x="6014615" y="3100880"/>
                    <a:pt x="6031056" y="3100880"/>
                    <a:pt x="6044208" y="3098839"/>
                  </a:cubicBezTo>
                  <a:cubicBezTo>
                    <a:pt x="6073802" y="3094758"/>
                    <a:pt x="6100107" y="3090677"/>
                    <a:pt x="6129700" y="3088636"/>
                  </a:cubicBezTo>
                  <a:cubicBezTo>
                    <a:pt x="6149429" y="3019255"/>
                    <a:pt x="6146141" y="2937631"/>
                    <a:pt x="6146141" y="2853965"/>
                  </a:cubicBezTo>
                  <a:close/>
                </a:path>
              </a:pathLst>
            </a:custGeom>
            <a:blipFill>
              <a:blip r:embed="rId3"/>
              <a:stretch>
                <a:fillRect l="0" t="-3595" r="0" b="-3595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894470" y="4158137"/>
            <a:ext cx="12499060" cy="240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27"/>
              </a:lnSpc>
            </a:pPr>
            <a:r>
              <a:rPr lang="en-US" sz="11300" spc="226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Eventos independentes</a:t>
            </a:r>
          </a:p>
          <a:p>
            <a:pPr algn="ctr" marL="0" indent="0" lvl="0">
              <a:lnSpc>
                <a:spcPts val="892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08937">
            <a:off x="-141150" y="-586693"/>
            <a:ext cx="3008848" cy="2997906"/>
          </a:xfrm>
          <a:custGeom>
            <a:avLst/>
            <a:gdLst/>
            <a:ahLst/>
            <a:cxnLst/>
            <a:rect r="r" b="b" t="t" l="l"/>
            <a:pathLst>
              <a:path h="2997906" w="3008848">
                <a:moveTo>
                  <a:pt x="0" y="0"/>
                </a:moveTo>
                <a:lnTo>
                  <a:pt x="3008848" y="0"/>
                </a:lnTo>
                <a:lnTo>
                  <a:pt x="3008848" y="2997906"/>
                </a:lnTo>
                <a:lnTo>
                  <a:pt x="0" y="29979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70174" y="8369249"/>
            <a:ext cx="2765546" cy="2373341"/>
          </a:xfrm>
          <a:custGeom>
            <a:avLst/>
            <a:gdLst/>
            <a:ahLst/>
            <a:cxnLst/>
            <a:rect r="r" b="b" t="t" l="l"/>
            <a:pathLst>
              <a:path h="2373341" w="2765546">
                <a:moveTo>
                  <a:pt x="0" y="0"/>
                </a:moveTo>
                <a:lnTo>
                  <a:pt x="2765546" y="0"/>
                </a:lnTo>
                <a:lnTo>
                  <a:pt x="2765546" y="2373341"/>
                </a:lnTo>
                <a:lnTo>
                  <a:pt x="0" y="23733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284941">
            <a:off x="-236484" y="8213249"/>
            <a:ext cx="4057519" cy="2685340"/>
          </a:xfrm>
          <a:custGeom>
            <a:avLst/>
            <a:gdLst/>
            <a:ahLst/>
            <a:cxnLst/>
            <a:rect r="r" b="b" t="t" l="l"/>
            <a:pathLst>
              <a:path h="2685340" w="4057519">
                <a:moveTo>
                  <a:pt x="0" y="0"/>
                </a:moveTo>
                <a:lnTo>
                  <a:pt x="4057519" y="0"/>
                </a:lnTo>
                <a:lnTo>
                  <a:pt x="4057519" y="2685340"/>
                </a:lnTo>
                <a:lnTo>
                  <a:pt x="0" y="26853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1332">
            <a:off x="4107528" y="-3044138"/>
            <a:ext cx="6410912" cy="4522607"/>
          </a:xfrm>
          <a:custGeom>
            <a:avLst/>
            <a:gdLst/>
            <a:ahLst/>
            <a:cxnLst/>
            <a:rect r="r" b="b" t="t" l="l"/>
            <a:pathLst>
              <a:path h="4522607" w="6410912">
                <a:moveTo>
                  <a:pt x="0" y="0"/>
                </a:moveTo>
                <a:lnTo>
                  <a:pt x="6410913" y="0"/>
                </a:lnTo>
                <a:lnTo>
                  <a:pt x="6410913" y="4522607"/>
                </a:lnTo>
                <a:lnTo>
                  <a:pt x="0" y="45226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13840" y="4083457"/>
            <a:ext cx="3805279" cy="2608346"/>
          </a:xfrm>
          <a:custGeom>
            <a:avLst/>
            <a:gdLst/>
            <a:ahLst/>
            <a:cxnLst/>
            <a:rect r="r" b="b" t="t" l="l"/>
            <a:pathLst>
              <a:path h="2608346" w="3805279">
                <a:moveTo>
                  <a:pt x="0" y="0"/>
                </a:moveTo>
                <a:lnTo>
                  <a:pt x="3805280" y="0"/>
                </a:lnTo>
                <a:lnTo>
                  <a:pt x="3805280" y="2608346"/>
                </a:lnTo>
                <a:lnTo>
                  <a:pt x="0" y="26083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795918">
            <a:off x="2261636" y="-585074"/>
            <a:ext cx="2157502" cy="1596551"/>
          </a:xfrm>
          <a:custGeom>
            <a:avLst/>
            <a:gdLst/>
            <a:ahLst/>
            <a:cxnLst/>
            <a:rect r="r" b="b" t="t" l="l"/>
            <a:pathLst>
              <a:path h="1596551" w="2157502">
                <a:moveTo>
                  <a:pt x="0" y="0"/>
                </a:moveTo>
                <a:lnTo>
                  <a:pt x="2157502" y="0"/>
                </a:lnTo>
                <a:lnTo>
                  <a:pt x="2157502" y="1596551"/>
                </a:lnTo>
                <a:lnTo>
                  <a:pt x="0" y="159655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29779">
            <a:off x="4037103" y="8636109"/>
            <a:ext cx="240196" cy="3222143"/>
          </a:xfrm>
          <a:custGeom>
            <a:avLst/>
            <a:gdLst/>
            <a:ahLst/>
            <a:cxnLst/>
            <a:rect r="r" b="b" t="t" l="l"/>
            <a:pathLst>
              <a:path h="3222143" w="240196">
                <a:moveTo>
                  <a:pt x="0" y="0"/>
                </a:moveTo>
                <a:lnTo>
                  <a:pt x="240196" y="0"/>
                </a:lnTo>
                <a:lnTo>
                  <a:pt x="240196" y="3222143"/>
                </a:lnTo>
                <a:lnTo>
                  <a:pt x="0" y="322214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6402983">
            <a:off x="274484" y="1687767"/>
            <a:ext cx="305914" cy="2758240"/>
          </a:xfrm>
          <a:custGeom>
            <a:avLst/>
            <a:gdLst/>
            <a:ahLst/>
            <a:cxnLst/>
            <a:rect r="r" b="b" t="t" l="l"/>
            <a:pathLst>
              <a:path h="2758240" w="305914">
                <a:moveTo>
                  <a:pt x="0" y="0"/>
                </a:moveTo>
                <a:lnTo>
                  <a:pt x="305914" y="0"/>
                </a:lnTo>
                <a:lnTo>
                  <a:pt x="305914" y="2758240"/>
                </a:lnTo>
                <a:lnTo>
                  <a:pt x="0" y="275824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698887">
            <a:off x="1875218" y="2042089"/>
            <a:ext cx="2632443" cy="425977"/>
          </a:xfrm>
          <a:custGeom>
            <a:avLst/>
            <a:gdLst/>
            <a:ahLst/>
            <a:cxnLst/>
            <a:rect r="r" b="b" t="t" l="l"/>
            <a:pathLst>
              <a:path h="425977" w="2632443">
                <a:moveTo>
                  <a:pt x="0" y="0"/>
                </a:moveTo>
                <a:lnTo>
                  <a:pt x="2632443" y="0"/>
                </a:lnTo>
                <a:lnTo>
                  <a:pt x="2632443" y="425977"/>
                </a:lnTo>
                <a:lnTo>
                  <a:pt x="0" y="42597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53125">
            <a:off x="2421948" y="7204696"/>
            <a:ext cx="1889039" cy="954823"/>
          </a:xfrm>
          <a:custGeom>
            <a:avLst/>
            <a:gdLst/>
            <a:ahLst/>
            <a:cxnLst/>
            <a:rect r="r" b="b" t="t" l="l"/>
            <a:pathLst>
              <a:path h="954823" w="1889039">
                <a:moveTo>
                  <a:pt x="0" y="0"/>
                </a:moveTo>
                <a:lnTo>
                  <a:pt x="1889039" y="0"/>
                </a:lnTo>
                <a:lnTo>
                  <a:pt x="1889039" y="954823"/>
                </a:lnTo>
                <a:lnTo>
                  <a:pt x="0" y="95482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889912">
            <a:off x="3257420" y="3706831"/>
            <a:ext cx="3625508" cy="2478529"/>
          </a:xfrm>
          <a:custGeom>
            <a:avLst/>
            <a:gdLst/>
            <a:ahLst/>
            <a:cxnLst/>
            <a:rect r="r" b="b" t="t" l="l"/>
            <a:pathLst>
              <a:path h="2478529" w="3625508">
                <a:moveTo>
                  <a:pt x="0" y="0"/>
                </a:moveTo>
                <a:lnTo>
                  <a:pt x="3625508" y="0"/>
                </a:lnTo>
                <a:lnTo>
                  <a:pt x="3625508" y="2478529"/>
                </a:lnTo>
                <a:lnTo>
                  <a:pt x="0" y="247852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154186" y="203623"/>
            <a:ext cx="4448360" cy="133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77"/>
              </a:lnSpc>
              <a:spcBef>
                <a:spcPct val="0"/>
              </a:spcBef>
            </a:pPr>
            <a:r>
              <a:rPr lang="en-US" sz="10863" spc="217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Definição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07195" y="1695294"/>
            <a:ext cx="8107069" cy="5826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7"/>
              </a:lnSpc>
            </a:pPr>
            <a:r>
              <a:rPr lang="en-US" sz="44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</a:t>
            </a:r>
            <a:r>
              <a:rPr lang="en-US" sz="44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is eventos </a:t>
            </a:r>
            <a:r>
              <a:rPr lang="en-US" b="true" sz="446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 </a:t>
            </a:r>
            <a:r>
              <a:rPr lang="en-US" sz="44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</a:t>
            </a:r>
            <a:r>
              <a:rPr lang="en-US" b="true" sz="446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 </a:t>
            </a:r>
            <a:r>
              <a:rPr lang="en-US" sz="44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são considerandos </a:t>
            </a:r>
            <a:r>
              <a:rPr lang="en-US" b="true" sz="446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independentes</a:t>
            </a:r>
            <a:r>
              <a:rPr lang="en-US" sz="44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quando a ocorrência de um </a:t>
            </a:r>
            <a:r>
              <a:rPr lang="en-US" b="true" sz="446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não </a:t>
            </a:r>
            <a:r>
              <a:rPr lang="en-US" sz="44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altera a probabilidade de ocorrência do outro.</a:t>
            </a:r>
          </a:p>
          <a:p>
            <a:pPr algn="ctr">
              <a:lnSpc>
                <a:spcPts val="6647"/>
              </a:lnSpc>
            </a:pPr>
          </a:p>
          <a:p>
            <a:pPr algn="ctr">
              <a:lnSpc>
                <a:spcPts val="6647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8349163" y="1443268"/>
            <a:ext cx="8058406" cy="196372"/>
            <a:chOff x="0" y="0"/>
            <a:chExt cx="10744542" cy="2618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60241" cy="261829"/>
            </a:xfrm>
            <a:custGeom>
              <a:avLst/>
              <a:gdLst/>
              <a:ahLst/>
              <a:cxnLst/>
              <a:rect r="r" b="b" t="t" l="l"/>
              <a:pathLst>
                <a:path h="261829" w="5760241">
                  <a:moveTo>
                    <a:pt x="0" y="0"/>
                  </a:moveTo>
                  <a:lnTo>
                    <a:pt x="5760241" y="0"/>
                  </a:lnTo>
                  <a:lnTo>
                    <a:pt x="5760241" y="261829"/>
                  </a:lnTo>
                  <a:lnTo>
                    <a:pt x="0" y="261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984301" y="0"/>
              <a:ext cx="5760241" cy="261829"/>
            </a:xfrm>
            <a:custGeom>
              <a:avLst/>
              <a:gdLst/>
              <a:ahLst/>
              <a:cxnLst/>
              <a:rect r="r" b="b" t="t" l="l"/>
              <a:pathLst>
                <a:path h="261829" w="5760241">
                  <a:moveTo>
                    <a:pt x="0" y="0"/>
                  </a:moveTo>
                  <a:lnTo>
                    <a:pt x="5760241" y="0"/>
                  </a:lnTo>
                  <a:lnTo>
                    <a:pt x="5760241" y="261829"/>
                  </a:lnTo>
                  <a:lnTo>
                    <a:pt x="0" y="261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08937">
            <a:off x="-141150" y="-586693"/>
            <a:ext cx="3008848" cy="2997906"/>
          </a:xfrm>
          <a:custGeom>
            <a:avLst/>
            <a:gdLst/>
            <a:ahLst/>
            <a:cxnLst/>
            <a:rect r="r" b="b" t="t" l="l"/>
            <a:pathLst>
              <a:path h="2997906" w="3008848">
                <a:moveTo>
                  <a:pt x="0" y="0"/>
                </a:moveTo>
                <a:lnTo>
                  <a:pt x="3008848" y="0"/>
                </a:lnTo>
                <a:lnTo>
                  <a:pt x="3008848" y="2997906"/>
                </a:lnTo>
                <a:lnTo>
                  <a:pt x="0" y="29979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70174" y="8369249"/>
            <a:ext cx="2765546" cy="2373341"/>
          </a:xfrm>
          <a:custGeom>
            <a:avLst/>
            <a:gdLst/>
            <a:ahLst/>
            <a:cxnLst/>
            <a:rect r="r" b="b" t="t" l="l"/>
            <a:pathLst>
              <a:path h="2373341" w="2765546">
                <a:moveTo>
                  <a:pt x="0" y="0"/>
                </a:moveTo>
                <a:lnTo>
                  <a:pt x="2765546" y="0"/>
                </a:lnTo>
                <a:lnTo>
                  <a:pt x="2765546" y="2373341"/>
                </a:lnTo>
                <a:lnTo>
                  <a:pt x="0" y="23733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284941">
            <a:off x="-236484" y="8213249"/>
            <a:ext cx="4057519" cy="2685340"/>
          </a:xfrm>
          <a:custGeom>
            <a:avLst/>
            <a:gdLst/>
            <a:ahLst/>
            <a:cxnLst/>
            <a:rect r="r" b="b" t="t" l="l"/>
            <a:pathLst>
              <a:path h="2685340" w="4057519">
                <a:moveTo>
                  <a:pt x="0" y="0"/>
                </a:moveTo>
                <a:lnTo>
                  <a:pt x="4057519" y="0"/>
                </a:lnTo>
                <a:lnTo>
                  <a:pt x="4057519" y="2685340"/>
                </a:lnTo>
                <a:lnTo>
                  <a:pt x="0" y="26853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1332">
            <a:off x="4107528" y="-3044138"/>
            <a:ext cx="6410912" cy="4522607"/>
          </a:xfrm>
          <a:custGeom>
            <a:avLst/>
            <a:gdLst/>
            <a:ahLst/>
            <a:cxnLst/>
            <a:rect r="r" b="b" t="t" l="l"/>
            <a:pathLst>
              <a:path h="4522607" w="6410912">
                <a:moveTo>
                  <a:pt x="0" y="0"/>
                </a:moveTo>
                <a:lnTo>
                  <a:pt x="6410913" y="0"/>
                </a:lnTo>
                <a:lnTo>
                  <a:pt x="6410913" y="4522607"/>
                </a:lnTo>
                <a:lnTo>
                  <a:pt x="0" y="45226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13840" y="4083457"/>
            <a:ext cx="3805279" cy="2608346"/>
          </a:xfrm>
          <a:custGeom>
            <a:avLst/>
            <a:gdLst/>
            <a:ahLst/>
            <a:cxnLst/>
            <a:rect r="r" b="b" t="t" l="l"/>
            <a:pathLst>
              <a:path h="2608346" w="3805279">
                <a:moveTo>
                  <a:pt x="0" y="0"/>
                </a:moveTo>
                <a:lnTo>
                  <a:pt x="3805280" y="0"/>
                </a:lnTo>
                <a:lnTo>
                  <a:pt x="3805280" y="2608346"/>
                </a:lnTo>
                <a:lnTo>
                  <a:pt x="0" y="26083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795918">
            <a:off x="2261636" y="-585074"/>
            <a:ext cx="2157502" cy="1596551"/>
          </a:xfrm>
          <a:custGeom>
            <a:avLst/>
            <a:gdLst/>
            <a:ahLst/>
            <a:cxnLst/>
            <a:rect r="r" b="b" t="t" l="l"/>
            <a:pathLst>
              <a:path h="1596551" w="2157502">
                <a:moveTo>
                  <a:pt x="0" y="0"/>
                </a:moveTo>
                <a:lnTo>
                  <a:pt x="2157502" y="0"/>
                </a:lnTo>
                <a:lnTo>
                  <a:pt x="2157502" y="1596551"/>
                </a:lnTo>
                <a:lnTo>
                  <a:pt x="0" y="159655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29779">
            <a:off x="4037103" y="8636109"/>
            <a:ext cx="240196" cy="3222143"/>
          </a:xfrm>
          <a:custGeom>
            <a:avLst/>
            <a:gdLst/>
            <a:ahLst/>
            <a:cxnLst/>
            <a:rect r="r" b="b" t="t" l="l"/>
            <a:pathLst>
              <a:path h="3222143" w="240196">
                <a:moveTo>
                  <a:pt x="0" y="0"/>
                </a:moveTo>
                <a:lnTo>
                  <a:pt x="240196" y="0"/>
                </a:lnTo>
                <a:lnTo>
                  <a:pt x="240196" y="3222143"/>
                </a:lnTo>
                <a:lnTo>
                  <a:pt x="0" y="322214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6402983">
            <a:off x="274484" y="1687767"/>
            <a:ext cx="305914" cy="2758240"/>
          </a:xfrm>
          <a:custGeom>
            <a:avLst/>
            <a:gdLst/>
            <a:ahLst/>
            <a:cxnLst/>
            <a:rect r="r" b="b" t="t" l="l"/>
            <a:pathLst>
              <a:path h="2758240" w="305914">
                <a:moveTo>
                  <a:pt x="0" y="0"/>
                </a:moveTo>
                <a:lnTo>
                  <a:pt x="305914" y="0"/>
                </a:lnTo>
                <a:lnTo>
                  <a:pt x="305914" y="2758240"/>
                </a:lnTo>
                <a:lnTo>
                  <a:pt x="0" y="275824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698887">
            <a:off x="1875218" y="2042089"/>
            <a:ext cx="2632443" cy="425977"/>
          </a:xfrm>
          <a:custGeom>
            <a:avLst/>
            <a:gdLst/>
            <a:ahLst/>
            <a:cxnLst/>
            <a:rect r="r" b="b" t="t" l="l"/>
            <a:pathLst>
              <a:path h="425977" w="2632443">
                <a:moveTo>
                  <a:pt x="0" y="0"/>
                </a:moveTo>
                <a:lnTo>
                  <a:pt x="2632443" y="0"/>
                </a:lnTo>
                <a:lnTo>
                  <a:pt x="2632443" y="425977"/>
                </a:lnTo>
                <a:lnTo>
                  <a:pt x="0" y="42597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53125">
            <a:off x="2421948" y="7204696"/>
            <a:ext cx="1889039" cy="954823"/>
          </a:xfrm>
          <a:custGeom>
            <a:avLst/>
            <a:gdLst/>
            <a:ahLst/>
            <a:cxnLst/>
            <a:rect r="r" b="b" t="t" l="l"/>
            <a:pathLst>
              <a:path h="954823" w="1889039">
                <a:moveTo>
                  <a:pt x="0" y="0"/>
                </a:moveTo>
                <a:lnTo>
                  <a:pt x="1889039" y="0"/>
                </a:lnTo>
                <a:lnTo>
                  <a:pt x="1889039" y="954823"/>
                </a:lnTo>
                <a:lnTo>
                  <a:pt x="0" y="95482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889912">
            <a:off x="3257420" y="3706831"/>
            <a:ext cx="3625508" cy="2478529"/>
          </a:xfrm>
          <a:custGeom>
            <a:avLst/>
            <a:gdLst/>
            <a:ahLst/>
            <a:cxnLst/>
            <a:rect r="r" b="b" t="t" l="l"/>
            <a:pathLst>
              <a:path h="2478529" w="3625508">
                <a:moveTo>
                  <a:pt x="0" y="0"/>
                </a:moveTo>
                <a:lnTo>
                  <a:pt x="3625508" y="0"/>
                </a:lnTo>
                <a:lnTo>
                  <a:pt x="3625508" y="2478529"/>
                </a:lnTo>
                <a:lnTo>
                  <a:pt x="0" y="247852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745279" y="105437"/>
            <a:ext cx="3030901" cy="133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77"/>
              </a:lnSpc>
              <a:spcBef>
                <a:spcPct val="0"/>
              </a:spcBef>
            </a:pPr>
            <a:r>
              <a:rPr lang="en-US" sz="10863" spc="217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Refras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07195" y="1704819"/>
            <a:ext cx="8107069" cy="931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6"/>
              </a:lnSpc>
            </a:pPr>
            <a:r>
              <a:rPr lang="en-US" sz="35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Para eventos independentes, vale a </a:t>
            </a:r>
            <a:r>
              <a:rPr lang="en-US" b="true" sz="356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regra da multiplicação: </a:t>
            </a:r>
          </a:p>
          <a:p>
            <a:pPr algn="ctr">
              <a:lnSpc>
                <a:spcPts val="5306"/>
              </a:lnSpc>
            </a:pPr>
            <a:r>
              <a:rPr lang="en-US" sz="35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P(A∩B)=P(A)⋅P(B) </a:t>
            </a:r>
          </a:p>
          <a:p>
            <a:pPr algn="ctr">
              <a:lnSpc>
                <a:spcPts val="5306"/>
              </a:lnSpc>
            </a:pPr>
          </a:p>
          <a:p>
            <a:pPr algn="ctr">
              <a:lnSpc>
                <a:spcPts val="5306"/>
              </a:lnSpc>
            </a:pPr>
            <a:r>
              <a:rPr lang="en-US" b="true" sz="356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regra condicional:</a:t>
            </a:r>
          </a:p>
          <a:p>
            <a:pPr algn="ctr">
              <a:lnSpc>
                <a:spcPts val="5306"/>
              </a:lnSpc>
            </a:pPr>
            <a:r>
              <a:rPr lang="en-US" sz="35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P(A∣B)=P(A)</a:t>
            </a:r>
          </a:p>
          <a:p>
            <a:pPr algn="ctr">
              <a:lnSpc>
                <a:spcPts val="5306"/>
              </a:lnSpc>
            </a:pPr>
            <a:r>
              <a:rPr lang="en-US" sz="35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</a:t>
            </a:r>
          </a:p>
          <a:p>
            <a:pPr algn="ctr">
              <a:lnSpc>
                <a:spcPts val="5306"/>
              </a:lnSpc>
            </a:pPr>
            <a:r>
              <a:rPr lang="en-US" sz="35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P(B∣A)=P(B)</a:t>
            </a:r>
          </a:p>
          <a:p>
            <a:pPr algn="ctr">
              <a:lnSpc>
                <a:spcPts val="5306"/>
              </a:lnSpc>
            </a:pPr>
          </a:p>
          <a:p>
            <a:pPr algn="ctr">
              <a:lnSpc>
                <a:spcPts val="5306"/>
              </a:lnSpc>
            </a:pPr>
            <a:r>
              <a:rPr lang="en-US" b="true" sz="356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regra da adição:</a:t>
            </a:r>
          </a:p>
          <a:p>
            <a:pPr algn="ctr">
              <a:lnSpc>
                <a:spcPts val="5306"/>
              </a:lnSpc>
            </a:pPr>
            <a:r>
              <a:rPr lang="en-US" sz="35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P(A∪B)=P(A)+P(B)−P(A)P(B)</a:t>
            </a:r>
          </a:p>
          <a:p>
            <a:pPr algn="ctr">
              <a:lnSpc>
                <a:spcPts val="5306"/>
              </a:lnSpc>
            </a:pPr>
          </a:p>
          <a:p>
            <a:pPr algn="ctr">
              <a:lnSpc>
                <a:spcPts val="5306"/>
              </a:lnSpc>
            </a:pPr>
          </a:p>
          <a:p>
            <a:pPr algn="ctr">
              <a:lnSpc>
                <a:spcPts val="5306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8349163" y="1443268"/>
            <a:ext cx="8058406" cy="196372"/>
            <a:chOff x="0" y="0"/>
            <a:chExt cx="10744542" cy="2618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60241" cy="261829"/>
            </a:xfrm>
            <a:custGeom>
              <a:avLst/>
              <a:gdLst/>
              <a:ahLst/>
              <a:cxnLst/>
              <a:rect r="r" b="b" t="t" l="l"/>
              <a:pathLst>
                <a:path h="261829" w="5760241">
                  <a:moveTo>
                    <a:pt x="0" y="0"/>
                  </a:moveTo>
                  <a:lnTo>
                    <a:pt x="5760241" y="0"/>
                  </a:lnTo>
                  <a:lnTo>
                    <a:pt x="5760241" y="261829"/>
                  </a:lnTo>
                  <a:lnTo>
                    <a:pt x="0" y="261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984301" y="0"/>
              <a:ext cx="5760241" cy="261829"/>
            </a:xfrm>
            <a:custGeom>
              <a:avLst/>
              <a:gdLst/>
              <a:ahLst/>
              <a:cxnLst/>
              <a:rect r="r" b="b" t="t" l="l"/>
              <a:pathLst>
                <a:path h="261829" w="5760241">
                  <a:moveTo>
                    <a:pt x="0" y="0"/>
                  </a:moveTo>
                  <a:lnTo>
                    <a:pt x="5760241" y="0"/>
                  </a:lnTo>
                  <a:lnTo>
                    <a:pt x="5760241" y="261829"/>
                  </a:lnTo>
                  <a:lnTo>
                    <a:pt x="0" y="261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6028" y="928606"/>
            <a:ext cx="16035943" cy="8429788"/>
            <a:chOff x="0" y="0"/>
            <a:chExt cx="6148859" cy="32323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571" y="-1183"/>
              <a:ext cx="6146346" cy="3225358"/>
            </a:xfrm>
            <a:custGeom>
              <a:avLst/>
              <a:gdLst/>
              <a:ahLst/>
              <a:cxnLst/>
              <a:rect r="r" b="b" t="t" l="l"/>
              <a:pathLst>
                <a:path h="3225358" w="6146346">
                  <a:moveTo>
                    <a:pt x="6146141" y="2853965"/>
                  </a:moveTo>
                  <a:cubicBezTo>
                    <a:pt x="6142853" y="2047922"/>
                    <a:pt x="6103395" y="958232"/>
                    <a:pt x="6103395" y="154229"/>
                  </a:cubicBezTo>
                  <a:cubicBezTo>
                    <a:pt x="6103395" y="141986"/>
                    <a:pt x="6106683" y="129742"/>
                    <a:pt x="6106683" y="119539"/>
                  </a:cubicBezTo>
                  <a:cubicBezTo>
                    <a:pt x="6103395" y="117498"/>
                    <a:pt x="6100107" y="117498"/>
                    <a:pt x="6096819" y="115458"/>
                  </a:cubicBezTo>
                  <a:cubicBezTo>
                    <a:pt x="6096819" y="115458"/>
                    <a:pt x="6093530" y="117498"/>
                    <a:pt x="6093530" y="119539"/>
                  </a:cubicBezTo>
                  <a:cubicBezTo>
                    <a:pt x="6086954" y="129742"/>
                    <a:pt x="6073802" y="129742"/>
                    <a:pt x="6060649" y="129742"/>
                  </a:cubicBezTo>
                  <a:cubicBezTo>
                    <a:pt x="6044208" y="127701"/>
                    <a:pt x="6027767" y="117498"/>
                    <a:pt x="6008038" y="121579"/>
                  </a:cubicBezTo>
                  <a:cubicBezTo>
                    <a:pt x="6001462" y="123620"/>
                    <a:pt x="5988309" y="119539"/>
                    <a:pt x="5985022" y="115458"/>
                  </a:cubicBezTo>
                  <a:cubicBezTo>
                    <a:pt x="5975157" y="107295"/>
                    <a:pt x="5962004" y="107295"/>
                    <a:pt x="5948852" y="111376"/>
                  </a:cubicBezTo>
                  <a:cubicBezTo>
                    <a:pt x="5942275" y="113417"/>
                    <a:pt x="5935699" y="111376"/>
                    <a:pt x="5929122" y="111376"/>
                  </a:cubicBezTo>
                  <a:cubicBezTo>
                    <a:pt x="5919258" y="111376"/>
                    <a:pt x="5906105" y="109336"/>
                    <a:pt x="5896241" y="107295"/>
                  </a:cubicBezTo>
                  <a:cubicBezTo>
                    <a:pt x="5892953" y="107295"/>
                    <a:pt x="5886377" y="105254"/>
                    <a:pt x="5883088" y="105254"/>
                  </a:cubicBezTo>
                  <a:cubicBezTo>
                    <a:pt x="5873224" y="103214"/>
                    <a:pt x="5863359" y="97092"/>
                    <a:pt x="5853495" y="105254"/>
                  </a:cubicBezTo>
                  <a:cubicBezTo>
                    <a:pt x="5853495" y="105254"/>
                    <a:pt x="5846918" y="105254"/>
                    <a:pt x="5843631" y="103214"/>
                  </a:cubicBezTo>
                  <a:cubicBezTo>
                    <a:pt x="5840342" y="99133"/>
                    <a:pt x="5837054" y="93011"/>
                    <a:pt x="5833766" y="88930"/>
                  </a:cubicBezTo>
                  <a:cubicBezTo>
                    <a:pt x="5827190" y="82808"/>
                    <a:pt x="5827190" y="72605"/>
                    <a:pt x="5817325" y="68523"/>
                  </a:cubicBezTo>
                  <a:cubicBezTo>
                    <a:pt x="5810749" y="66483"/>
                    <a:pt x="5807461" y="64442"/>
                    <a:pt x="5804173" y="60361"/>
                  </a:cubicBezTo>
                  <a:cubicBezTo>
                    <a:pt x="5804173" y="58320"/>
                    <a:pt x="5797596" y="56280"/>
                    <a:pt x="5797596" y="54239"/>
                  </a:cubicBezTo>
                  <a:lnTo>
                    <a:pt x="5787732" y="48117"/>
                  </a:lnTo>
                  <a:cubicBezTo>
                    <a:pt x="5784444" y="44036"/>
                    <a:pt x="5781155" y="37914"/>
                    <a:pt x="5774579" y="35873"/>
                  </a:cubicBezTo>
                  <a:cubicBezTo>
                    <a:pt x="5761427" y="29752"/>
                    <a:pt x="5758138" y="21589"/>
                    <a:pt x="5764715" y="11386"/>
                  </a:cubicBezTo>
                  <a:cubicBezTo>
                    <a:pt x="5754850" y="9345"/>
                    <a:pt x="5748274" y="5264"/>
                    <a:pt x="5738410" y="5264"/>
                  </a:cubicBezTo>
                  <a:cubicBezTo>
                    <a:pt x="5698951" y="7305"/>
                    <a:pt x="5656206" y="11386"/>
                    <a:pt x="5616747" y="13427"/>
                  </a:cubicBezTo>
                  <a:cubicBezTo>
                    <a:pt x="5610171" y="13427"/>
                    <a:pt x="5600306" y="15467"/>
                    <a:pt x="5597019" y="17508"/>
                  </a:cubicBezTo>
                  <a:cubicBezTo>
                    <a:pt x="5570713" y="27711"/>
                    <a:pt x="5544408" y="19549"/>
                    <a:pt x="5518102" y="17508"/>
                  </a:cubicBezTo>
                  <a:cubicBezTo>
                    <a:pt x="5498374" y="17508"/>
                    <a:pt x="5478645" y="11386"/>
                    <a:pt x="5458916" y="9345"/>
                  </a:cubicBezTo>
                  <a:cubicBezTo>
                    <a:pt x="5435899" y="7305"/>
                    <a:pt x="5416170" y="9345"/>
                    <a:pt x="5393153" y="7305"/>
                  </a:cubicBezTo>
                  <a:cubicBezTo>
                    <a:pt x="5389865" y="7305"/>
                    <a:pt x="5386576" y="5264"/>
                    <a:pt x="5383288" y="3224"/>
                  </a:cubicBezTo>
                  <a:cubicBezTo>
                    <a:pt x="5376712" y="-1357"/>
                    <a:pt x="5363559" y="-87"/>
                    <a:pt x="5356983" y="1183"/>
                  </a:cubicBezTo>
                  <a:cubicBezTo>
                    <a:pt x="5347118" y="5264"/>
                    <a:pt x="5343831" y="11386"/>
                    <a:pt x="5337254" y="17508"/>
                  </a:cubicBezTo>
                  <a:cubicBezTo>
                    <a:pt x="5320813" y="19549"/>
                    <a:pt x="5297796" y="21589"/>
                    <a:pt x="5281355" y="27711"/>
                  </a:cubicBezTo>
                  <a:cubicBezTo>
                    <a:pt x="5268203" y="31792"/>
                    <a:pt x="5261626" y="33833"/>
                    <a:pt x="5251762" y="29752"/>
                  </a:cubicBezTo>
                  <a:lnTo>
                    <a:pt x="5248474" y="31792"/>
                  </a:lnTo>
                  <a:cubicBezTo>
                    <a:pt x="5255050" y="35873"/>
                    <a:pt x="5258338" y="41995"/>
                    <a:pt x="5264914" y="46077"/>
                  </a:cubicBezTo>
                  <a:cubicBezTo>
                    <a:pt x="5255050" y="48117"/>
                    <a:pt x="5241897" y="52198"/>
                    <a:pt x="5235321" y="50158"/>
                  </a:cubicBezTo>
                  <a:cubicBezTo>
                    <a:pt x="5218880" y="48117"/>
                    <a:pt x="5212304" y="52198"/>
                    <a:pt x="5199151" y="56280"/>
                  </a:cubicBezTo>
                  <a:cubicBezTo>
                    <a:pt x="5185999" y="62402"/>
                    <a:pt x="5169558" y="66483"/>
                    <a:pt x="5156405" y="70564"/>
                  </a:cubicBezTo>
                  <a:cubicBezTo>
                    <a:pt x="5153117" y="70564"/>
                    <a:pt x="5149829" y="70564"/>
                    <a:pt x="5146541" y="68523"/>
                  </a:cubicBezTo>
                  <a:cubicBezTo>
                    <a:pt x="5143252" y="68523"/>
                    <a:pt x="5139964" y="66483"/>
                    <a:pt x="5139964" y="66483"/>
                  </a:cubicBezTo>
                  <a:cubicBezTo>
                    <a:pt x="5123523" y="70564"/>
                    <a:pt x="5107083" y="74645"/>
                    <a:pt x="5090642" y="70564"/>
                  </a:cubicBezTo>
                  <a:cubicBezTo>
                    <a:pt x="5087354" y="70564"/>
                    <a:pt x="5087354" y="72605"/>
                    <a:pt x="5084065" y="72605"/>
                  </a:cubicBezTo>
                  <a:cubicBezTo>
                    <a:pt x="5064337" y="76686"/>
                    <a:pt x="5051184" y="90970"/>
                    <a:pt x="5024879" y="90970"/>
                  </a:cubicBezTo>
                  <a:cubicBezTo>
                    <a:pt x="5005150" y="90970"/>
                    <a:pt x="4985421" y="101173"/>
                    <a:pt x="4965692" y="101173"/>
                  </a:cubicBezTo>
                  <a:cubicBezTo>
                    <a:pt x="4942674" y="103214"/>
                    <a:pt x="4922946" y="107295"/>
                    <a:pt x="4903217" y="113417"/>
                  </a:cubicBezTo>
                  <a:cubicBezTo>
                    <a:pt x="4896640" y="115458"/>
                    <a:pt x="4890064" y="115458"/>
                    <a:pt x="4886776" y="115458"/>
                  </a:cubicBezTo>
                  <a:cubicBezTo>
                    <a:pt x="4870335" y="111376"/>
                    <a:pt x="4860470" y="117498"/>
                    <a:pt x="4853894" y="123620"/>
                  </a:cubicBezTo>
                  <a:cubicBezTo>
                    <a:pt x="4837454" y="137904"/>
                    <a:pt x="4811148" y="141986"/>
                    <a:pt x="4788131" y="146067"/>
                  </a:cubicBezTo>
                  <a:cubicBezTo>
                    <a:pt x="4758538" y="150148"/>
                    <a:pt x="4728944" y="152189"/>
                    <a:pt x="4699351" y="154229"/>
                  </a:cubicBezTo>
                  <a:cubicBezTo>
                    <a:pt x="4696063" y="154229"/>
                    <a:pt x="4692775" y="160351"/>
                    <a:pt x="4686199" y="162392"/>
                  </a:cubicBezTo>
                  <a:cubicBezTo>
                    <a:pt x="4682910" y="162392"/>
                    <a:pt x="4679622" y="160351"/>
                    <a:pt x="4679622" y="160351"/>
                  </a:cubicBezTo>
                  <a:cubicBezTo>
                    <a:pt x="4663181" y="172595"/>
                    <a:pt x="4653317" y="190960"/>
                    <a:pt x="4620435" y="188920"/>
                  </a:cubicBezTo>
                  <a:lnTo>
                    <a:pt x="4617147" y="188920"/>
                  </a:lnTo>
                  <a:cubicBezTo>
                    <a:pt x="4590842" y="199123"/>
                    <a:pt x="4564536" y="195042"/>
                    <a:pt x="4541519" y="190960"/>
                  </a:cubicBezTo>
                  <a:cubicBezTo>
                    <a:pt x="4534943" y="190960"/>
                    <a:pt x="4525079" y="186879"/>
                    <a:pt x="4521790" y="182798"/>
                  </a:cubicBezTo>
                  <a:cubicBezTo>
                    <a:pt x="4511926" y="170554"/>
                    <a:pt x="4485620" y="166473"/>
                    <a:pt x="4465891" y="170554"/>
                  </a:cubicBezTo>
                  <a:cubicBezTo>
                    <a:pt x="4449451" y="174635"/>
                    <a:pt x="4433010" y="176676"/>
                    <a:pt x="4416569" y="180757"/>
                  </a:cubicBezTo>
                  <a:cubicBezTo>
                    <a:pt x="4390264" y="184839"/>
                    <a:pt x="4367247" y="186879"/>
                    <a:pt x="4340942" y="178717"/>
                  </a:cubicBezTo>
                  <a:cubicBezTo>
                    <a:pt x="4314636" y="170554"/>
                    <a:pt x="4294907" y="176676"/>
                    <a:pt x="4281755" y="195042"/>
                  </a:cubicBezTo>
                  <a:cubicBezTo>
                    <a:pt x="4271890" y="207285"/>
                    <a:pt x="4245585" y="209326"/>
                    <a:pt x="4229144" y="199123"/>
                  </a:cubicBezTo>
                  <a:cubicBezTo>
                    <a:pt x="4219279" y="193001"/>
                    <a:pt x="4212703" y="195042"/>
                    <a:pt x="4202839" y="199123"/>
                  </a:cubicBezTo>
                  <a:lnTo>
                    <a:pt x="4183110" y="211367"/>
                  </a:lnTo>
                  <a:cubicBezTo>
                    <a:pt x="4179822" y="213407"/>
                    <a:pt x="4173245" y="213407"/>
                    <a:pt x="4169957" y="213407"/>
                  </a:cubicBezTo>
                  <a:lnTo>
                    <a:pt x="4150228" y="213407"/>
                  </a:lnTo>
                  <a:cubicBezTo>
                    <a:pt x="4137075" y="213407"/>
                    <a:pt x="4123923" y="211367"/>
                    <a:pt x="4110770" y="209326"/>
                  </a:cubicBezTo>
                  <a:cubicBezTo>
                    <a:pt x="4094330" y="207285"/>
                    <a:pt x="4081177" y="201163"/>
                    <a:pt x="4064736" y="199123"/>
                  </a:cubicBezTo>
                  <a:cubicBezTo>
                    <a:pt x="4038431" y="197082"/>
                    <a:pt x="4031854" y="182798"/>
                    <a:pt x="4021990" y="172595"/>
                  </a:cubicBezTo>
                  <a:cubicBezTo>
                    <a:pt x="4015414" y="166473"/>
                    <a:pt x="4002261" y="158310"/>
                    <a:pt x="3989109" y="160351"/>
                  </a:cubicBezTo>
                  <a:cubicBezTo>
                    <a:pt x="3975956" y="164432"/>
                    <a:pt x="3962803" y="160351"/>
                    <a:pt x="3952939" y="158310"/>
                  </a:cubicBezTo>
                  <a:cubicBezTo>
                    <a:pt x="3949650" y="158310"/>
                    <a:pt x="3943074" y="156270"/>
                    <a:pt x="3939786" y="156270"/>
                  </a:cubicBezTo>
                  <a:cubicBezTo>
                    <a:pt x="3916769" y="152189"/>
                    <a:pt x="3900328" y="160351"/>
                    <a:pt x="3883887" y="170554"/>
                  </a:cubicBezTo>
                  <a:lnTo>
                    <a:pt x="3870735" y="178717"/>
                  </a:lnTo>
                  <a:cubicBezTo>
                    <a:pt x="3867447" y="180757"/>
                    <a:pt x="3867447" y="184839"/>
                    <a:pt x="3864158" y="186879"/>
                  </a:cubicBezTo>
                  <a:cubicBezTo>
                    <a:pt x="3844429" y="197082"/>
                    <a:pt x="3824700" y="193001"/>
                    <a:pt x="3801683" y="186879"/>
                  </a:cubicBezTo>
                  <a:cubicBezTo>
                    <a:pt x="3781954" y="180757"/>
                    <a:pt x="3758937" y="186879"/>
                    <a:pt x="3752361" y="199123"/>
                  </a:cubicBezTo>
                  <a:cubicBezTo>
                    <a:pt x="3749073" y="207285"/>
                    <a:pt x="3745785" y="213407"/>
                    <a:pt x="3729344" y="217488"/>
                  </a:cubicBezTo>
                  <a:cubicBezTo>
                    <a:pt x="3712903" y="223610"/>
                    <a:pt x="3693174" y="227691"/>
                    <a:pt x="3689886" y="241976"/>
                  </a:cubicBezTo>
                  <a:cubicBezTo>
                    <a:pt x="3689886" y="244016"/>
                    <a:pt x="3686598" y="246057"/>
                    <a:pt x="3683309" y="246057"/>
                  </a:cubicBezTo>
                  <a:cubicBezTo>
                    <a:pt x="3673445" y="248098"/>
                    <a:pt x="3666869" y="250138"/>
                    <a:pt x="3657004" y="252179"/>
                  </a:cubicBezTo>
                  <a:lnTo>
                    <a:pt x="3627411" y="252179"/>
                  </a:lnTo>
                  <a:cubicBezTo>
                    <a:pt x="3607682" y="250138"/>
                    <a:pt x="3587953" y="246057"/>
                    <a:pt x="3568224" y="244016"/>
                  </a:cubicBezTo>
                  <a:cubicBezTo>
                    <a:pt x="3545207" y="241976"/>
                    <a:pt x="3525478" y="250138"/>
                    <a:pt x="3502461" y="252179"/>
                  </a:cubicBezTo>
                  <a:lnTo>
                    <a:pt x="3499173" y="254219"/>
                  </a:lnTo>
                  <a:cubicBezTo>
                    <a:pt x="3492597" y="260341"/>
                    <a:pt x="3482732" y="258301"/>
                    <a:pt x="3476156" y="254219"/>
                  </a:cubicBezTo>
                  <a:cubicBezTo>
                    <a:pt x="3463003" y="246057"/>
                    <a:pt x="3439985" y="244016"/>
                    <a:pt x="3423545" y="248098"/>
                  </a:cubicBezTo>
                  <a:cubicBezTo>
                    <a:pt x="3403816" y="254219"/>
                    <a:pt x="3384087" y="258301"/>
                    <a:pt x="3364358" y="262382"/>
                  </a:cubicBezTo>
                  <a:cubicBezTo>
                    <a:pt x="3357782" y="262382"/>
                    <a:pt x="3351206" y="260341"/>
                    <a:pt x="3347917" y="260341"/>
                  </a:cubicBezTo>
                  <a:cubicBezTo>
                    <a:pt x="3341341" y="260341"/>
                    <a:pt x="3331477" y="258301"/>
                    <a:pt x="3328188" y="260341"/>
                  </a:cubicBezTo>
                  <a:cubicBezTo>
                    <a:pt x="3301883" y="272585"/>
                    <a:pt x="3275578" y="268504"/>
                    <a:pt x="3252560" y="260341"/>
                  </a:cubicBezTo>
                  <a:cubicBezTo>
                    <a:pt x="3239408" y="256260"/>
                    <a:pt x="3219679" y="252179"/>
                    <a:pt x="3213103" y="239935"/>
                  </a:cubicBezTo>
                  <a:cubicBezTo>
                    <a:pt x="3209814" y="231773"/>
                    <a:pt x="3196662" y="223610"/>
                    <a:pt x="3186797" y="217488"/>
                  </a:cubicBezTo>
                  <a:cubicBezTo>
                    <a:pt x="3170357" y="207285"/>
                    <a:pt x="3153916" y="193001"/>
                    <a:pt x="3124322" y="193001"/>
                  </a:cubicBezTo>
                  <a:cubicBezTo>
                    <a:pt x="3117746" y="193001"/>
                    <a:pt x="3111170" y="184839"/>
                    <a:pt x="3107882" y="186879"/>
                  </a:cubicBezTo>
                  <a:cubicBezTo>
                    <a:pt x="3094729" y="188920"/>
                    <a:pt x="3094729" y="184839"/>
                    <a:pt x="3088153" y="180757"/>
                  </a:cubicBezTo>
                  <a:cubicBezTo>
                    <a:pt x="3081577" y="176676"/>
                    <a:pt x="3071712" y="172595"/>
                    <a:pt x="3065136" y="166473"/>
                  </a:cubicBezTo>
                  <a:cubicBezTo>
                    <a:pt x="3055271" y="158310"/>
                    <a:pt x="3045406" y="148107"/>
                    <a:pt x="3035542" y="139945"/>
                  </a:cubicBezTo>
                  <a:cubicBezTo>
                    <a:pt x="3025678" y="131782"/>
                    <a:pt x="3019101" y="121579"/>
                    <a:pt x="3009237" y="113417"/>
                  </a:cubicBezTo>
                  <a:cubicBezTo>
                    <a:pt x="3005949" y="111376"/>
                    <a:pt x="2996084" y="109336"/>
                    <a:pt x="2992796" y="111376"/>
                  </a:cubicBezTo>
                  <a:lnTo>
                    <a:pt x="2953338" y="123620"/>
                  </a:lnTo>
                  <a:cubicBezTo>
                    <a:pt x="2946762" y="125661"/>
                    <a:pt x="2943474" y="129742"/>
                    <a:pt x="2940186" y="133823"/>
                  </a:cubicBezTo>
                  <a:lnTo>
                    <a:pt x="2936897" y="131782"/>
                  </a:lnTo>
                  <a:cubicBezTo>
                    <a:pt x="2940186" y="125661"/>
                    <a:pt x="2943474" y="119539"/>
                    <a:pt x="2946762" y="117498"/>
                  </a:cubicBezTo>
                  <a:lnTo>
                    <a:pt x="2907304" y="111376"/>
                  </a:lnTo>
                  <a:cubicBezTo>
                    <a:pt x="2897439" y="109336"/>
                    <a:pt x="2880998" y="109336"/>
                    <a:pt x="2874422" y="109336"/>
                  </a:cubicBezTo>
                  <a:lnTo>
                    <a:pt x="2821812" y="109336"/>
                  </a:lnTo>
                  <a:cubicBezTo>
                    <a:pt x="2802083" y="109336"/>
                    <a:pt x="2785642" y="107295"/>
                    <a:pt x="2765913" y="109336"/>
                  </a:cubicBezTo>
                  <a:cubicBezTo>
                    <a:pt x="2752761" y="111376"/>
                    <a:pt x="2742896" y="107295"/>
                    <a:pt x="2733031" y="103214"/>
                  </a:cubicBezTo>
                  <a:cubicBezTo>
                    <a:pt x="2706726" y="90970"/>
                    <a:pt x="2680421" y="76686"/>
                    <a:pt x="2644251" y="82808"/>
                  </a:cubicBezTo>
                  <a:cubicBezTo>
                    <a:pt x="2640963" y="82808"/>
                    <a:pt x="2634387" y="80767"/>
                    <a:pt x="2631098" y="78726"/>
                  </a:cubicBezTo>
                  <a:cubicBezTo>
                    <a:pt x="2621234" y="76686"/>
                    <a:pt x="2614658" y="72605"/>
                    <a:pt x="2601505" y="68523"/>
                  </a:cubicBezTo>
                  <a:cubicBezTo>
                    <a:pt x="2601505" y="74645"/>
                    <a:pt x="2601505" y="76686"/>
                    <a:pt x="2604793" y="80767"/>
                  </a:cubicBezTo>
                  <a:cubicBezTo>
                    <a:pt x="2598217" y="84848"/>
                    <a:pt x="2594929" y="82808"/>
                    <a:pt x="2591641" y="80767"/>
                  </a:cubicBezTo>
                  <a:cubicBezTo>
                    <a:pt x="2588353" y="82808"/>
                    <a:pt x="2585064" y="86889"/>
                    <a:pt x="2581776" y="86889"/>
                  </a:cubicBezTo>
                  <a:cubicBezTo>
                    <a:pt x="2565335" y="90970"/>
                    <a:pt x="2548895" y="93011"/>
                    <a:pt x="2532454" y="97092"/>
                  </a:cubicBezTo>
                  <a:cubicBezTo>
                    <a:pt x="2525878" y="99133"/>
                    <a:pt x="2519301" y="101173"/>
                    <a:pt x="2516013" y="103214"/>
                  </a:cubicBezTo>
                  <a:cubicBezTo>
                    <a:pt x="2502860" y="109336"/>
                    <a:pt x="2492996" y="119539"/>
                    <a:pt x="2469979" y="117498"/>
                  </a:cubicBezTo>
                  <a:cubicBezTo>
                    <a:pt x="2466690" y="117498"/>
                    <a:pt x="2460114" y="121579"/>
                    <a:pt x="2453538" y="121579"/>
                  </a:cubicBezTo>
                  <a:cubicBezTo>
                    <a:pt x="2446962" y="123620"/>
                    <a:pt x="2437097" y="123620"/>
                    <a:pt x="2430521" y="125661"/>
                  </a:cubicBezTo>
                  <a:lnTo>
                    <a:pt x="2423945" y="125661"/>
                  </a:lnTo>
                  <a:cubicBezTo>
                    <a:pt x="2404215" y="129742"/>
                    <a:pt x="2387775" y="133823"/>
                    <a:pt x="2368046" y="135864"/>
                  </a:cubicBezTo>
                  <a:lnTo>
                    <a:pt x="2354893" y="135864"/>
                  </a:lnTo>
                  <a:cubicBezTo>
                    <a:pt x="2338452" y="135864"/>
                    <a:pt x="2325300" y="133823"/>
                    <a:pt x="2308859" y="133823"/>
                  </a:cubicBezTo>
                  <a:cubicBezTo>
                    <a:pt x="2292418" y="133823"/>
                    <a:pt x="2275977" y="137904"/>
                    <a:pt x="2259537" y="137904"/>
                  </a:cubicBezTo>
                  <a:cubicBezTo>
                    <a:pt x="2239807" y="137904"/>
                    <a:pt x="2216790" y="137904"/>
                    <a:pt x="2200350" y="129742"/>
                  </a:cubicBezTo>
                  <a:cubicBezTo>
                    <a:pt x="2197062" y="127701"/>
                    <a:pt x="2187197" y="127701"/>
                    <a:pt x="2180621" y="129742"/>
                  </a:cubicBezTo>
                  <a:cubicBezTo>
                    <a:pt x="2157603" y="131782"/>
                    <a:pt x="2134586" y="133823"/>
                    <a:pt x="2114857" y="137904"/>
                  </a:cubicBezTo>
                  <a:cubicBezTo>
                    <a:pt x="2095128" y="141986"/>
                    <a:pt x="2085264" y="137904"/>
                    <a:pt x="2078688" y="127701"/>
                  </a:cubicBezTo>
                  <a:cubicBezTo>
                    <a:pt x="2075400" y="123620"/>
                    <a:pt x="2068823" y="119539"/>
                    <a:pt x="2062247" y="115458"/>
                  </a:cubicBezTo>
                  <a:cubicBezTo>
                    <a:pt x="2052382" y="111376"/>
                    <a:pt x="2042518" y="105254"/>
                    <a:pt x="2032654" y="105254"/>
                  </a:cubicBezTo>
                  <a:cubicBezTo>
                    <a:pt x="2009636" y="105254"/>
                    <a:pt x="1996484" y="97092"/>
                    <a:pt x="1980043" y="90970"/>
                  </a:cubicBezTo>
                  <a:cubicBezTo>
                    <a:pt x="1953738" y="80767"/>
                    <a:pt x="1930720" y="68523"/>
                    <a:pt x="1897839" y="70564"/>
                  </a:cubicBezTo>
                  <a:lnTo>
                    <a:pt x="1897839" y="60361"/>
                  </a:lnTo>
                  <a:cubicBezTo>
                    <a:pt x="1904415" y="60361"/>
                    <a:pt x="1910992" y="60361"/>
                    <a:pt x="1917568" y="58320"/>
                  </a:cubicBezTo>
                  <a:cubicBezTo>
                    <a:pt x="1907703" y="54239"/>
                    <a:pt x="1907703" y="48117"/>
                    <a:pt x="1901127" y="44036"/>
                  </a:cubicBezTo>
                  <a:cubicBezTo>
                    <a:pt x="1887974" y="37914"/>
                    <a:pt x="1874822" y="35873"/>
                    <a:pt x="1861669" y="31792"/>
                  </a:cubicBezTo>
                  <a:cubicBezTo>
                    <a:pt x="1851805" y="29752"/>
                    <a:pt x="1838652" y="29752"/>
                    <a:pt x="1845228" y="39955"/>
                  </a:cubicBezTo>
                  <a:cubicBezTo>
                    <a:pt x="1828788" y="41995"/>
                    <a:pt x="1815635" y="41995"/>
                    <a:pt x="1809058" y="46077"/>
                  </a:cubicBezTo>
                  <a:cubicBezTo>
                    <a:pt x="1795906" y="52198"/>
                    <a:pt x="1782753" y="48117"/>
                    <a:pt x="1772889" y="44036"/>
                  </a:cubicBezTo>
                  <a:cubicBezTo>
                    <a:pt x="1766312" y="41995"/>
                    <a:pt x="1759736" y="39955"/>
                    <a:pt x="1753160" y="41995"/>
                  </a:cubicBezTo>
                  <a:cubicBezTo>
                    <a:pt x="1713702" y="54239"/>
                    <a:pt x="1674244" y="48117"/>
                    <a:pt x="1634786" y="48117"/>
                  </a:cubicBezTo>
                  <a:cubicBezTo>
                    <a:pt x="1628210" y="48117"/>
                    <a:pt x="1621634" y="46077"/>
                    <a:pt x="1611769" y="46077"/>
                  </a:cubicBezTo>
                  <a:cubicBezTo>
                    <a:pt x="1598616" y="44036"/>
                    <a:pt x="1588752" y="39955"/>
                    <a:pt x="1575599" y="37914"/>
                  </a:cubicBezTo>
                  <a:cubicBezTo>
                    <a:pt x="1562447" y="35873"/>
                    <a:pt x="1546006" y="33833"/>
                    <a:pt x="1532853" y="31792"/>
                  </a:cubicBezTo>
                  <a:lnTo>
                    <a:pt x="1522989" y="31792"/>
                  </a:lnTo>
                  <a:cubicBezTo>
                    <a:pt x="1499972" y="31792"/>
                    <a:pt x="1476955" y="33833"/>
                    <a:pt x="1457226" y="33833"/>
                  </a:cubicBezTo>
                  <a:cubicBezTo>
                    <a:pt x="1440785" y="33833"/>
                    <a:pt x="1424344" y="29752"/>
                    <a:pt x="1404615" y="27711"/>
                  </a:cubicBezTo>
                  <a:cubicBezTo>
                    <a:pt x="1401327" y="11386"/>
                    <a:pt x="1375022" y="15467"/>
                    <a:pt x="1358581" y="7305"/>
                  </a:cubicBezTo>
                  <a:cubicBezTo>
                    <a:pt x="1355293" y="5264"/>
                    <a:pt x="1348716" y="7305"/>
                    <a:pt x="1345428" y="7305"/>
                  </a:cubicBezTo>
                  <a:cubicBezTo>
                    <a:pt x="1325699" y="5264"/>
                    <a:pt x="1312547" y="11386"/>
                    <a:pt x="1305970" y="21589"/>
                  </a:cubicBezTo>
                  <a:cubicBezTo>
                    <a:pt x="1296106" y="31792"/>
                    <a:pt x="1269800" y="35873"/>
                    <a:pt x="1279665" y="52198"/>
                  </a:cubicBezTo>
                  <a:cubicBezTo>
                    <a:pt x="1282953" y="54239"/>
                    <a:pt x="1289529" y="56280"/>
                    <a:pt x="1292818" y="60361"/>
                  </a:cubicBezTo>
                  <a:cubicBezTo>
                    <a:pt x="1292818" y="66483"/>
                    <a:pt x="1289529" y="70564"/>
                    <a:pt x="1279665" y="68523"/>
                  </a:cubicBezTo>
                  <a:cubicBezTo>
                    <a:pt x="1276377" y="68523"/>
                    <a:pt x="1273089" y="72605"/>
                    <a:pt x="1269800" y="74645"/>
                  </a:cubicBezTo>
                  <a:cubicBezTo>
                    <a:pt x="1266512" y="76686"/>
                    <a:pt x="1266512" y="80767"/>
                    <a:pt x="1263224" y="80767"/>
                  </a:cubicBezTo>
                  <a:cubicBezTo>
                    <a:pt x="1243495" y="84848"/>
                    <a:pt x="1230343" y="95051"/>
                    <a:pt x="1207325" y="93011"/>
                  </a:cubicBezTo>
                  <a:lnTo>
                    <a:pt x="1200749" y="93011"/>
                  </a:lnTo>
                  <a:cubicBezTo>
                    <a:pt x="1181020" y="103214"/>
                    <a:pt x="1161291" y="101173"/>
                    <a:pt x="1138274" y="99133"/>
                  </a:cubicBezTo>
                  <a:cubicBezTo>
                    <a:pt x="1128410" y="97092"/>
                    <a:pt x="1115257" y="99133"/>
                    <a:pt x="1102104" y="99133"/>
                  </a:cubicBezTo>
                  <a:cubicBezTo>
                    <a:pt x="1092240" y="99133"/>
                    <a:pt x="1082375" y="99133"/>
                    <a:pt x="1072511" y="95051"/>
                  </a:cubicBezTo>
                  <a:cubicBezTo>
                    <a:pt x="1059358" y="90970"/>
                    <a:pt x="1046206" y="84848"/>
                    <a:pt x="1033053" y="80767"/>
                  </a:cubicBezTo>
                  <a:cubicBezTo>
                    <a:pt x="1019900" y="76686"/>
                    <a:pt x="1003459" y="76686"/>
                    <a:pt x="1003459" y="62402"/>
                  </a:cubicBezTo>
                  <a:cubicBezTo>
                    <a:pt x="1003459" y="60361"/>
                    <a:pt x="996883" y="58320"/>
                    <a:pt x="996883" y="56280"/>
                  </a:cubicBezTo>
                  <a:cubicBezTo>
                    <a:pt x="973866" y="68523"/>
                    <a:pt x="954137" y="78726"/>
                    <a:pt x="934408" y="88930"/>
                  </a:cubicBezTo>
                  <a:cubicBezTo>
                    <a:pt x="924544" y="95051"/>
                    <a:pt x="911391" y="103214"/>
                    <a:pt x="917967" y="113417"/>
                  </a:cubicBezTo>
                  <a:cubicBezTo>
                    <a:pt x="917967" y="115458"/>
                    <a:pt x="914679" y="117498"/>
                    <a:pt x="914679" y="119539"/>
                  </a:cubicBezTo>
                  <a:cubicBezTo>
                    <a:pt x="911391" y="123620"/>
                    <a:pt x="908103" y="127701"/>
                    <a:pt x="901527" y="129742"/>
                  </a:cubicBezTo>
                  <a:cubicBezTo>
                    <a:pt x="894950" y="135864"/>
                    <a:pt x="888374" y="141986"/>
                    <a:pt x="881798" y="150148"/>
                  </a:cubicBezTo>
                  <a:lnTo>
                    <a:pt x="862069" y="162392"/>
                  </a:lnTo>
                  <a:cubicBezTo>
                    <a:pt x="855492" y="168514"/>
                    <a:pt x="848916" y="174635"/>
                    <a:pt x="839052" y="178717"/>
                  </a:cubicBezTo>
                  <a:cubicBezTo>
                    <a:pt x="816034" y="190960"/>
                    <a:pt x="793017" y="203204"/>
                    <a:pt x="766712" y="215448"/>
                  </a:cubicBezTo>
                  <a:cubicBezTo>
                    <a:pt x="753559" y="223610"/>
                    <a:pt x="737119" y="229732"/>
                    <a:pt x="723966" y="237895"/>
                  </a:cubicBezTo>
                  <a:cubicBezTo>
                    <a:pt x="700949" y="250138"/>
                    <a:pt x="674644" y="260341"/>
                    <a:pt x="661491" y="278707"/>
                  </a:cubicBezTo>
                  <a:cubicBezTo>
                    <a:pt x="661491" y="280748"/>
                    <a:pt x="654915" y="282788"/>
                    <a:pt x="651626" y="284829"/>
                  </a:cubicBezTo>
                  <a:cubicBezTo>
                    <a:pt x="635186" y="292991"/>
                    <a:pt x="608880" y="292991"/>
                    <a:pt x="608880" y="309316"/>
                  </a:cubicBezTo>
                  <a:cubicBezTo>
                    <a:pt x="582575" y="309316"/>
                    <a:pt x="569422" y="321560"/>
                    <a:pt x="556270" y="331763"/>
                  </a:cubicBezTo>
                  <a:cubicBezTo>
                    <a:pt x="546405" y="339925"/>
                    <a:pt x="536541" y="350129"/>
                    <a:pt x="523388" y="356250"/>
                  </a:cubicBezTo>
                  <a:cubicBezTo>
                    <a:pt x="510236" y="360332"/>
                    <a:pt x="493795" y="358291"/>
                    <a:pt x="477354" y="358291"/>
                  </a:cubicBezTo>
                  <a:cubicBezTo>
                    <a:pt x="470778" y="358291"/>
                    <a:pt x="464201" y="358291"/>
                    <a:pt x="464201" y="360332"/>
                  </a:cubicBezTo>
                  <a:cubicBezTo>
                    <a:pt x="451049" y="368494"/>
                    <a:pt x="434608" y="374616"/>
                    <a:pt x="424743" y="384819"/>
                  </a:cubicBezTo>
                  <a:cubicBezTo>
                    <a:pt x="414879" y="395022"/>
                    <a:pt x="405014" y="401144"/>
                    <a:pt x="388574" y="403185"/>
                  </a:cubicBezTo>
                  <a:cubicBezTo>
                    <a:pt x="372133" y="405225"/>
                    <a:pt x="355692" y="415428"/>
                    <a:pt x="332675" y="409306"/>
                  </a:cubicBezTo>
                  <a:cubicBezTo>
                    <a:pt x="312946" y="405225"/>
                    <a:pt x="289929" y="409306"/>
                    <a:pt x="276776" y="401144"/>
                  </a:cubicBezTo>
                  <a:cubicBezTo>
                    <a:pt x="250471" y="403185"/>
                    <a:pt x="230742" y="407266"/>
                    <a:pt x="207725" y="409306"/>
                  </a:cubicBezTo>
                  <a:cubicBezTo>
                    <a:pt x="181420" y="413388"/>
                    <a:pt x="151826" y="411347"/>
                    <a:pt x="128809" y="423591"/>
                  </a:cubicBezTo>
                  <a:cubicBezTo>
                    <a:pt x="109080" y="433794"/>
                    <a:pt x="92639" y="443997"/>
                    <a:pt x="63046" y="441956"/>
                  </a:cubicBezTo>
                  <a:cubicBezTo>
                    <a:pt x="66334" y="454200"/>
                    <a:pt x="69622" y="464403"/>
                    <a:pt x="72910" y="476647"/>
                  </a:cubicBezTo>
                  <a:cubicBezTo>
                    <a:pt x="79487" y="509297"/>
                    <a:pt x="86063" y="541947"/>
                    <a:pt x="89351" y="574596"/>
                  </a:cubicBezTo>
                  <a:cubicBezTo>
                    <a:pt x="99216" y="615409"/>
                    <a:pt x="102504" y="654180"/>
                    <a:pt x="95927" y="692952"/>
                  </a:cubicBezTo>
                  <a:cubicBezTo>
                    <a:pt x="89351" y="748049"/>
                    <a:pt x="59758" y="2633579"/>
                    <a:pt x="30164" y="2684594"/>
                  </a:cubicBezTo>
                  <a:lnTo>
                    <a:pt x="571" y="2727447"/>
                  </a:lnTo>
                  <a:cubicBezTo>
                    <a:pt x="-1969" y="2737650"/>
                    <a:pt x="3859" y="2743772"/>
                    <a:pt x="20300" y="2745813"/>
                  </a:cubicBezTo>
                  <a:cubicBezTo>
                    <a:pt x="40029" y="2747854"/>
                    <a:pt x="46605" y="2756016"/>
                    <a:pt x="53181" y="2766219"/>
                  </a:cubicBezTo>
                  <a:cubicBezTo>
                    <a:pt x="59758" y="2782544"/>
                    <a:pt x="49893" y="2798869"/>
                    <a:pt x="63046" y="2815194"/>
                  </a:cubicBezTo>
                  <a:cubicBezTo>
                    <a:pt x="69622" y="2823356"/>
                    <a:pt x="63046" y="2837640"/>
                    <a:pt x="59758" y="2849884"/>
                  </a:cubicBezTo>
                  <a:cubicBezTo>
                    <a:pt x="56469" y="2866209"/>
                    <a:pt x="63046" y="2882534"/>
                    <a:pt x="72910" y="2896818"/>
                  </a:cubicBezTo>
                  <a:cubicBezTo>
                    <a:pt x="95927" y="2921306"/>
                    <a:pt x="99216" y="2949875"/>
                    <a:pt x="99216" y="2976403"/>
                  </a:cubicBezTo>
                  <a:cubicBezTo>
                    <a:pt x="99216" y="2982524"/>
                    <a:pt x="102504" y="2988646"/>
                    <a:pt x="105792" y="2992728"/>
                  </a:cubicBezTo>
                  <a:cubicBezTo>
                    <a:pt x="112368" y="2996809"/>
                    <a:pt x="125521" y="3000890"/>
                    <a:pt x="138673" y="3002931"/>
                  </a:cubicBezTo>
                  <a:lnTo>
                    <a:pt x="217589" y="3027418"/>
                  </a:lnTo>
                  <a:cubicBezTo>
                    <a:pt x="253759" y="3039661"/>
                    <a:pt x="283353" y="3037621"/>
                    <a:pt x="316234" y="3023337"/>
                  </a:cubicBezTo>
                  <a:cubicBezTo>
                    <a:pt x="319522" y="3021296"/>
                    <a:pt x="329387" y="3019255"/>
                    <a:pt x="332675" y="3019255"/>
                  </a:cubicBezTo>
                  <a:cubicBezTo>
                    <a:pt x="355692" y="3021296"/>
                    <a:pt x="378709" y="3021296"/>
                    <a:pt x="398438" y="3033540"/>
                  </a:cubicBezTo>
                  <a:cubicBezTo>
                    <a:pt x="421455" y="3045783"/>
                    <a:pt x="454337" y="3053946"/>
                    <a:pt x="480642" y="3064149"/>
                  </a:cubicBezTo>
                  <a:cubicBezTo>
                    <a:pt x="497083" y="3070271"/>
                    <a:pt x="516812" y="3078433"/>
                    <a:pt x="526676" y="3086596"/>
                  </a:cubicBezTo>
                  <a:cubicBezTo>
                    <a:pt x="533253" y="3090677"/>
                    <a:pt x="539829" y="3094758"/>
                    <a:pt x="546405" y="3096799"/>
                  </a:cubicBezTo>
                  <a:cubicBezTo>
                    <a:pt x="582575" y="3104961"/>
                    <a:pt x="602304" y="3125368"/>
                    <a:pt x="625321" y="3141692"/>
                  </a:cubicBezTo>
                  <a:cubicBezTo>
                    <a:pt x="645050" y="3155977"/>
                    <a:pt x="671355" y="3164139"/>
                    <a:pt x="700949" y="3166180"/>
                  </a:cubicBezTo>
                  <a:cubicBezTo>
                    <a:pt x="733830" y="3170261"/>
                    <a:pt x="766712" y="3172302"/>
                    <a:pt x="799594" y="3176383"/>
                  </a:cubicBezTo>
                  <a:cubicBezTo>
                    <a:pt x="812746" y="3178424"/>
                    <a:pt x="829187" y="3180464"/>
                    <a:pt x="842340" y="3184545"/>
                  </a:cubicBezTo>
                  <a:cubicBezTo>
                    <a:pt x="858780" y="3188627"/>
                    <a:pt x="875221" y="3188627"/>
                    <a:pt x="888374" y="3194749"/>
                  </a:cubicBezTo>
                  <a:cubicBezTo>
                    <a:pt x="908103" y="3204952"/>
                    <a:pt x="927832" y="3211074"/>
                    <a:pt x="954137" y="3206992"/>
                  </a:cubicBezTo>
                  <a:cubicBezTo>
                    <a:pt x="964002" y="3204952"/>
                    <a:pt x="977154" y="3209033"/>
                    <a:pt x="987019" y="3211074"/>
                  </a:cubicBezTo>
                  <a:cubicBezTo>
                    <a:pt x="990307" y="3211074"/>
                    <a:pt x="993595" y="3213114"/>
                    <a:pt x="996883" y="3213114"/>
                  </a:cubicBezTo>
                  <a:cubicBezTo>
                    <a:pt x="1033053" y="3215155"/>
                    <a:pt x="1065935" y="3211074"/>
                    <a:pt x="1098816" y="3206992"/>
                  </a:cubicBezTo>
                  <a:cubicBezTo>
                    <a:pt x="1111969" y="3204952"/>
                    <a:pt x="1125121" y="3202911"/>
                    <a:pt x="1138274" y="3198830"/>
                  </a:cubicBezTo>
                  <a:cubicBezTo>
                    <a:pt x="1174444" y="3188627"/>
                    <a:pt x="1210614" y="3178424"/>
                    <a:pt x="1243495" y="3166180"/>
                  </a:cubicBezTo>
                  <a:cubicBezTo>
                    <a:pt x="1266512" y="3158017"/>
                    <a:pt x="1289529" y="3149855"/>
                    <a:pt x="1315835" y="3158017"/>
                  </a:cubicBezTo>
                  <a:lnTo>
                    <a:pt x="1328987" y="3158017"/>
                  </a:lnTo>
                  <a:cubicBezTo>
                    <a:pt x="1352004" y="3158017"/>
                    <a:pt x="1375022" y="3155977"/>
                    <a:pt x="1394750" y="3153936"/>
                  </a:cubicBezTo>
                  <a:cubicBezTo>
                    <a:pt x="1398039" y="3153936"/>
                    <a:pt x="1404615" y="3153936"/>
                    <a:pt x="1404615" y="3151895"/>
                  </a:cubicBezTo>
                  <a:cubicBezTo>
                    <a:pt x="1414479" y="3143733"/>
                    <a:pt x="1430920" y="3143733"/>
                    <a:pt x="1447361" y="3141692"/>
                  </a:cubicBezTo>
                  <a:cubicBezTo>
                    <a:pt x="1473666" y="3139652"/>
                    <a:pt x="1499972" y="3139652"/>
                    <a:pt x="1519701" y="3129449"/>
                  </a:cubicBezTo>
                  <a:cubicBezTo>
                    <a:pt x="1539430" y="3121286"/>
                    <a:pt x="1559158" y="3119246"/>
                    <a:pt x="1582176" y="3117205"/>
                  </a:cubicBezTo>
                  <a:cubicBezTo>
                    <a:pt x="1585464" y="3117205"/>
                    <a:pt x="1592040" y="3115165"/>
                    <a:pt x="1595328" y="3115165"/>
                  </a:cubicBezTo>
                  <a:cubicBezTo>
                    <a:pt x="1611769" y="3113124"/>
                    <a:pt x="1628210" y="3107002"/>
                    <a:pt x="1641363" y="3109043"/>
                  </a:cubicBezTo>
                  <a:cubicBezTo>
                    <a:pt x="1670956" y="3113124"/>
                    <a:pt x="1684109" y="3107002"/>
                    <a:pt x="1703837" y="3090677"/>
                  </a:cubicBezTo>
                  <a:cubicBezTo>
                    <a:pt x="1707126" y="3086596"/>
                    <a:pt x="1716990" y="3084555"/>
                    <a:pt x="1723566" y="3082514"/>
                  </a:cubicBezTo>
                  <a:cubicBezTo>
                    <a:pt x="1740007" y="3080474"/>
                    <a:pt x="1756448" y="3082514"/>
                    <a:pt x="1772889" y="3080474"/>
                  </a:cubicBezTo>
                  <a:cubicBezTo>
                    <a:pt x="1782753" y="3080474"/>
                    <a:pt x="1792618" y="3074352"/>
                    <a:pt x="1799194" y="3074352"/>
                  </a:cubicBezTo>
                  <a:cubicBezTo>
                    <a:pt x="1825499" y="3076393"/>
                    <a:pt x="1855093" y="3070271"/>
                    <a:pt x="1878110" y="3080474"/>
                  </a:cubicBezTo>
                  <a:cubicBezTo>
                    <a:pt x="1881398" y="3082514"/>
                    <a:pt x="1887974" y="3082514"/>
                    <a:pt x="1894551" y="3082514"/>
                  </a:cubicBezTo>
                  <a:cubicBezTo>
                    <a:pt x="1937297" y="3084555"/>
                    <a:pt x="1973466" y="3092718"/>
                    <a:pt x="2003060" y="3109043"/>
                  </a:cubicBezTo>
                  <a:cubicBezTo>
                    <a:pt x="2012925" y="3115165"/>
                    <a:pt x="2026077" y="3119246"/>
                    <a:pt x="2035942" y="3123327"/>
                  </a:cubicBezTo>
                  <a:cubicBezTo>
                    <a:pt x="2045806" y="3127408"/>
                    <a:pt x="2058959" y="3127408"/>
                    <a:pt x="2068823" y="3129449"/>
                  </a:cubicBezTo>
                  <a:cubicBezTo>
                    <a:pt x="2078688" y="3131489"/>
                    <a:pt x="2085264" y="3133530"/>
                    <a:pt x="2095128" y="3133530"/>
                  </a:cubicBezTo>
                  <a:cubicBezTo>
                    <a:pt x="2111569" y="3133530"/>
                    <a:pt x="2124722" y="3137611"/>
                    <a:pt x="2134586" y="3145774"/>
                  </a:cubicBezTo>
                  <a:cubicBezTo>
                    <a:pt x="2137874" y="3147814"/>
                    <a:pt x="2141163" y="3149855"/>
                    <a:pt x="2144451" y="3153936"/>
                  </a:cubicBezTo>
                  <a:cubicBezTo>
                    <a:pt x="2141163" y="3160058"/>
                    <a:pt x="2160892" y="3176383"/>
                    <a:pt x="2174044" y="3176383"/>
                  </a:cubicBezTo>
                  <a:cubicBezTo>
                    <a:pt x="2197062" y="3176383"/>
                    <a:pt x="2220079" y="3180464"/>
                    <a:pt x="2239807" y="3190667"/>
                  </a:cubicBezTo>
                  <a:cubicBezTo>
                    <a:pt x="2243096" y="3192708"/>
                    <a:pt x="2249672" y="3192708"/>
                    <a:pt x="2256248" y="3190667"/>
                  </a:cubicBezTo>
                  <a:cubicBezTo>
                    <a:pt x="2266113" y="3188627"/>
                    <a:pt x="2272689" y="3188627"/>
                    <a:pt x="2279265" y="3194749"/>
                  </a:cubicBezTo>
                  <a:cubicBezTo>
                    <a:pt x="2282554" y="3196789"/>
                    <a:pt x="2295706" y="3196789"/>
                    <a:pt x="2302282" y="3196789"/>
                  </a:cubicBezTo>
                  <a:cubicBezTo>
                    <a:pt x="2318723" y="3196789"/>
                    <a:pt x="2338452" y="3194749"/>
                    <a:pt x="2354893" y="3196789"/>
                  </a:cubicBezTo>
                  <a:cubicBezTo>
                    <a:pt x="2384487" y="3198830"/>
                    <a:pt x="2410792" y="3200870"/>
                    <a:pt x="2440385" y="3204952"/>
                  </a:cubicBezTo>
                  <a:cubicBezTo>
                    <a:pt x="2446962" y="3204952"/>
                    <a:pt x="2453538" y="3206992"/>
                    <a:pt x="2456826" y="3209033"/>
                  </a:cubicBezTo>
                  <a:cubicBezTo>
                    <a:pt x="2463402" y="3219236"/>
                    <a:pt x="2479843" y="3219236"/>
                    <a:pt x="2489708" y="3221277"/>
                  </a:cubicBezTo>
                  <a:cubicBezTo>
                    <a:pt x="2499572" y="3223317"/>
                    <a:pt x="2512725" y="3225358"/>
                    <a:pt x="2519301" y="3225358"/>
                  </a:cubicBezTo>
                  <a:cubicBezTo>
                    <a:pt x="2522589" y="3223317"/>
                    <a:pt x="2529165" y="3221277"/>
                    <a:pt x="2535742" y="3217195"/>
                  </a:cubicBezTo>
                  <a:cubicBezTo>
                    <a:pt x="2522589" y="3217195"/>
                    <a:pt x="2516013" y="3219236"/>
                    <a:pt x="2509437" y="3219236"/>
                  </a:cubicBezTo>
                  <a:cubicBezTo>
                    <a:pt x="2522589" y="3209033"/>
                    <a:pt x="2535742" y="3206992"/>
                    <a:pt x="2552183" y="3213114"/>
                  </a:cubicBezTo>
                  <a:cubicBezTo>
                    <a:pt x="2571912" y="3223317"/>
                    <a:pt x="2588353" y="3223317"/>
                    <a:pt x="2611370" y="3213114"/>
                  </a:cubicBezTo>
                  <a:lnTo>
                    <a:pt x="2631098" y="3206992"/>
                  </a:lnTo>
                  <a:lnTo>
                    <a:pt x="2631098" y="3196789"/>
                  </a:lnTo>
                  <a:cubicBezTo>
                    <a:pt x="2640963" y="3198830"/>
                    <a:pt x="2650827" y="3202911"/>
                    <a:pt x="2657404" y="3202911"/>
                  </a:cubicBezTo>
                  <a:cubicBezTo>
                    <a:pt x="2677133" y="3196789"/>
                    <a:pt x="2696862" y="3190667"/>
                    <a:pt x="2713303" y="3182505"/>
                  </a:cubicBezTo>
                  <a:cubicBezTo>
                    <a:pt x="2733031" y="3174342"/>
                    <a:pt x="2749472" y="3164139"/>
                    <a:pt x="2765913" y="3155977"/>
                  </a:cubicBezTo>
                  <a:cubicBezTo>
                    <a:pt x="2769201" y="3155977"/>
                    <a:pt x="2769201" y="3153936"/>
                    <a:pt x="2772489" y="3153936"/>
                  </a:cubicBezTo>
                  <a:cubicBezTo>
                    <a:pt x="2795506" y="3149855"/>
                    <a:pt x="2815235" y="3147814"/>
                    <a:pt x="2838253" y="3143733"/>
                  </a:cubicBezTo>
                  <a:cubicBezTo>
                    <a:pt x="2851405" y="3141692"/>
                    <a:pt x="2861270" y="3137611"/>
                    <a:pt x="2874422" y="3135571"/>
                  </a:cubicBezTo>
                  <a:cubicBezTo>
                    <a:pt x="2884287" y="3133530"/>
                    <a:pt x="2890863" y="3133530"/>
                    <a:pt x="2900728" y="3131489"/>
                  </a:cubicBezTo>
                  <a:lnTo>
                    <a:pt x="2933609" y="3131489"/>
                  </a:lnTo>
                  <a:cubicBezTo>
                    <a:pt x="2940186" y="3131489"/>
                    <a:pt x="2950050" y="3131489"/>
                    <a:pt x="2956626" y="3129449"/>
                  </a:cubicBezTo>
                  <a:cubicBezTo>
                    <a:pt x="2959914" y="3125368"/>
                    <a:pt x="2966491" y="3119246"/>
                    <a:pt x="2969779" y="3119246"/>
                  </a:cubicBezTo>
                  <a:cubicBezTo>
                    <a:pt x="2979643" y="3119246"/>
                    <a:pt x="2986220" y="3123327"/>
                    <a:pt x="2996084" y="3125368"/>
                  </a:cubicBezTo>
                  <a:cubicBezTo>
                    <a:pt x="2999372" y="3125368"/>
                    <a:pt x="2999372" y="3127408"/>
                    <a:pt x="2999372" y="3129449"/>
                  </a:cubicBezTo>
                  <a:cubicBezTo>
                    <a:pt x="3012525" y="3137611"/>
                    <a:pt x="3022389" y="3147814"/>
                    <a:pt x="3035542" y="3155977"/>
                  </a:cubicBezTo>
                  <a:cubicBezTo>
                    <a:pt x="3051983" y="3166180"/>
                    <a:pt x="3068424" y="3166180"/>
                    <a:pt x="3078288" y="3160058"/>
                  </a:cubicBezTo>
                  <a:cubicBezTo>
                    <a:pt x="3094729" y="3151895"/>
                    <a:pt x="3107882" y="3145774"/>
                    <a:pt x="3130899" y="3149855"/>
                  </a:cubicBezTo>
                  <a:cubicBezTo>
                    <a:pt x="3134187" y="3149855"/>
                    <a:pt x="3140763" y="3151895"/>
                    <a:pt x="3144051" y="3149855"/>
                  </a:cubicBezTo>
                  <a:cubicBezTo>
                    <a:pt x="3160492" y="3145774"/>
                    <a:pt x="3180221" y="3141692"/>
                    <a:pt x="3196662" y="3135571"/>
                  </a:cubicBezTo>
                  <a:cubicBezTo>
                    <a:pt x="3206526" y="3133530"/>
                    <a:pt x="3219679" y="3133530"/>
                    <a:pt x="3222967" y="3129449"/>
                  </a:cubicBezTo>
                  <a:cubicBezTo>
                    <a:pt x="3232832" y="3117205"/>
                    <a:pt x="3249273" y="3111083"/>
                    <a:pt x="3265713" y="3102921"/>
                  </a:cubicBezTo>
                  <a:cubicBezTo>
                    <a:pt x="3275578" y="3096799"/>
                    <a:pt x="3285442" y="3088636"/>
                    <a:pt x="3295307" y="3086596"/>
                  </a:cubicBezTo>
                  <a:cubicBezTo>
                    <a:pt x="3318324" y="3082514"/>
                    <a:pt x="3334765" y="3070271"/>
                    <a:pt x="3354493" y="3062108"/>
                  </a:cubicBezTo>
                  <a:cubicBezTo>
                    <a:pt x="3370934" y="3055986"/>
                    <a:pt x="3380799" y="3043743"/>
                    <a:pt x="3397240" y="3041702"/>
                  </a:cubicBezTo>
                  <a:cubicBezTo>
                    <a:pt x="3423545" y="3037621"/>
                    <a:pt x="3443274" y="3027418"/>
                    <a:pt x="3466291" y="3017215"/>
                  </a:cubicBezTo>
                  <a:cubicBezTo>
                    <a:pt x="3479444" y="3011093"/>
                    <a:pt x="3495884" y="3007012"/>
                    <a:pt x="3512325" y="3009052"/>
                  </a:cubicBezTo>
                  <a:cubicBezTo>
                    <a:pt x="3522190" y="3011093"/>
                    <a:pt x="3535342" y="3009052"/>
                    <a:pt x="3541919" y="3007012"/>
                  </a:cubicBezTo>
                  <a:cubicBezTo>
                    <a:pt x="3555071" y="3002931"/>
                    <a:pt x="3568224" y="2996809"/>
                    <a:pt x="3581376" y="2992728"/>
                  </a:cubicBezTo>
                  <a:cubicBezTo>
                    <a:pt x="3591241" y="2988646"/>
                    <a:pt x="3601105" y="2984565"/>
                    <a:pt x="3610970" y="2984565"/>
                  </a:cubicBezTo>
                  <a:cubicBezTo>
                    <a:pt x="3643852" y="2982524"/>
                    <a:pt x="3670157" y="2978443"/>
                    <a:pt x="3686598" y="2958037"/>
                  </a:cubicBezTo>
                  <a:cubicBezTo>
                    <a:pt x="3693174" y="2949875"/>
                    <a:pt x="3726056" y="2939671"/>
                    <a:pt x="3739208" y="2943753"/>
                  </a:cubicBezTo>
                  <a:cubicBezTo>
                    <a:pt x="3762226" y="2949875"/>
                    <a:pt x="3778666" y="2945793"/>
                    <a:pt x="3791819" y="2933550"/>
                  </a:cubicBezTo>
                  <a:cubicBezTo>
                    <a:pt x="3801683" y="2927427"/>
                    <a:pt x="3814836" y="2929468"/>
                    <a:pt x="3824700" y="2933550"/>
                  </a:cubicBezTo>
                  <a:cubicBezTo>
                    <a:pt x="3831277" y="2937631"/>
                    <a:pt x="3837853" y="2939671"/>
                    <a:pt x="3844429" y="2939671"/>
                  </a:cubicBezTo>
                  <a:cubicBezTo>
                    <a:pt x="3867447" y="2941712"/>
                    <a:pt x="3893752" y="2939671"/>
                    <a:pt x="3916769" y="2941712"/>
                  </a:cubicBezTo>
                  <a:cubicBezTo>
                    <a:pt x="3936498" y="2943753"/>
                    <a:pt x="3956227" y="2939671"/>
                    <a:pt x="3969380" y="2931509"/>
                  </a:cubicBezTo>
                  <a:cubicBezTo>
                    <a:pt x="3982532" y="2923346"/>
                    <a:pt x="3992397" y="2923346"/>
                    <a:pt x="4012125" y="2927427"/>
                  </a:cubicBezTo>
                  <a:cubicBezTo>
                    <a:pt x="4028566" y="2931509"/>
                    <a:pt x="4041719" y="2941712"/>
                    <a:pt x="4064736" y="2939671"/>
                  </a:cubicBezTo>
                  <a:cubicBezTo>
                    <a:pt x="4084465" y="2937631"/>
                    <a:pt x="4107482" y="2943753"/>
                    <a:pt x="4130499" y="2937631"/>
                  </a:cubicBezTo>
                  <a:lnTo>
                    <a:pt x="4143652" y="2937631"/>
                  </a:lnTo>
                  <a:cubicBezTo>
                    <a:pt x="4163381" y="2941712"/>
                    <a:pt x="4183110" y="2943753"/>
                    <a:pt x="4199551" y="2953956"/>
                  </a:cubicBezTo>
                  <a:cubicBezTo>
                    <a:pt x="4219279" y="2964159"/>
                    <a:pt x="4222568" y="2888656"/>
                    <a:pt x="4242297" y="2896818"/>
                  </a:cubicBezTo>
                  <a:cubicBezTo>
                    <a:pt x="4271890" y="2909062"/>
                    <a:pt x="4265314" y="2896818"/>
                    <a:pt x="4294907" y="2907021"/>
                  </a:cubicBezTo>
                  <a:cubicBezTo>
                    <a:pt x="4317924" y="2913143"/>
                    <a:pt x="4308060" y="2890697"/>
                    <a:pt x="4334365" y="2894778"/>
                  </a:cubicBezTo>
                  <a:cubicBezTo>
                    <a:pt x="4337653" y="2894778"/>
                    <a:pt x="4377111" y="2911103"/>
                    <a:pt x="4377111" y="2909062"/>
                  </a:cubicBezTo>
                  <a:cubicBezTo>
                    <a:pt x="4393552" y="2902940"/>
                    <a:pt x="4409993" y="2841722"/>
                    <a:pt x="4426433" y="2843762"/>
                  </a:cubicBezTo>
                  <a:cubicBezTo>
                    <a:pt x="4459315" y="2849884"/>
                    <a:pt x="4488909" y="2845803"/>
                    <a:pt x="4518502" y="2837640"/>
                  </a:cubicBezTo>
                  <a:cubicBezTo>
                    <a:pt x="4534943" y="2833559"/>
                    <a:pt x="4561248" y="2819275"/>
                    <a:pt x="4574401" y="2825397"/>
                  </a:cubicBezTo>
                  <a:cubicBezTo>
                    <a:pt x="4597418" y="2835600"/>
                    <a:pt x="4620435" y="2839681"/>
                    <a:pt x="4646740" y="2841722"/>
                  </a:cubicBezTo>
                  <a:cubicBezTo>
                    <a:pt x="4650029" y="2841722"/>
                    <a:pt x="4653317" y="2843762"/>
                    <a:pt x="4656605" y="2845803"/>
                  </a:cubicBezTo>
                  <a:cubicBezTo>
                    <a:pt x="4666469" y="2853965"/>
                    <a:pt x="4712503" y="2831519"/>
                    <a:pt x="4722368" y="2839681"/>
                  </a:cubicBezTo>
                  <a:cubicBezTo>
                    <a:pt x="4735521" y="2851925"/>
                    <a:pt x="4748673" y="2864169"/>
                    <a:pt x="4761826" y="2874372"/>
                  </a:cubicBezTo>
                  <a:cubicBezTo>
                    <a:pt x="4768402" y="2878453"/>
                    <a:pt x="4778267" y="2880494"/>
                    <a:pt x="4781555" y="2884575"/>
                  </a:cubicBezTo>
                  <a:cubicBezTo>
                    <a:pt x="4784843" y="2894778"/>
                    <a:pt x="4791420" y="2898859"/>
                    <a:pt x="4807860" y="2898859"/>
                  </a:cubicBezTo>
                  <a:cubicBezTo>
                    <a:pt x="4817725" y="2898859"/>
                    <a:pt x="4827589" y="2900900"/>
                    <a:pt x="4834165" y="2904981"/>
                  </a:cubicBezTo>
                  <a:cubicBezTo>
                    <a:pt x="4850606" y="2911103"/>
                    <a:pt x="4863759" y="2917224"/>
                    <a:pt x="4876911" y="2923346"/>
                  </a:cubicBezTo>
                  <a:cubicBezTo>
                    <a:pt x="4893352" y="2929468"/>
                    <a:pt x="4909793" y="2935590"/>
                    <a:pt x="4916370" y="2945793"/>
                  </a:cubicBezTo>
                  <a:cubicBezTo>
                    <a:pt x="4919658" y="2949875"/>
                    <a:pt x="4922946" y="2951915"/>
                    <a:pt x="4926234" y="2953956"/>
                  </a:cubicBezTo>
                  <a:cubicBezTo>
                    <a:pt x="4939387" y="2962118"/>
                    <a:pt x="4952539" y="2968240"/>
                    <a:pt x="4965692" y="2976403"/>
                  </a:cubicBezTo>
                  <a:cubicBezTo>
                    <a:pt x="4985421" y="2986606"/>
                    <a:pt x="5001861" y="2998849"/>
                    <a:pt x="5021590" y="3009052"/>
                  </a:cubicBezTo>
                  <a:cubicBezTo>
                    <a:pt x="5028167" y="3011093"/>
                    <a:pt x="5034743" y="3015174"/>
                    <a:pt x="5041319" y="3017215"/>
                  </a:cubicBezTo>
                  <a:cubicBezTo>
                    <a:pt x="5054472" y="3021296"/>
                    <a:pt x="5067625" y="3025377"/>
                    <a:pt x="5077489" y="3031499"/>
                  </a:cubicBezTo>
                  <a:cubicBezTo>
                    <a:pt x="5087354" y="3037621"/>
                    <a:pt x="5133388" y="3000890"/>
                    <a:pt x="5139964" y="3009052"/>
                  </a:cubicBezTo>
                  <a:cubicBezTo>
                    <a:pt x="5139964" y="3011093"/>
                    <a:pt x="5143252" y="3011093"/>
                    <a:pt x="5146541" y="3011093"/>
                  </a:cubicBezTo>
                  <a:cubicBezTo>
                    <a:pt x="5166270" y="3021296"/>
                    <a:pt x="5185999" y="3017215"/>
                    <a:pt x="5205727" y="3013134"/>
                  </a:cubicBezTo>
                  <a:cubicBezTo>
                    <a:pt x="5212304" y="3011093"/>
                    <a:pt x="5218880" y="3009052"/>
                    <a:pt x="5222168" y="3011093"/>
                  </a:cubicBezTo>
                  <a:cubicBezTo>
                    <a:pt x="5245186" y="3017215"/>
                    <a:pt x="5261626" y="3031499"/>
                    <a:pt x="5291220" y="3033540"/>
                  </a:cubicBezTo>
                  <a:cubicBezTo>
                    <a:pt x="5291220" y="3033540"/>
                    <a:pt x="5294508" y="3033540"/>
                    <a:pt x="5294508" y="3035580"/>
                  </a:cubicBezTo>
                  <a:cubicBezTo>
                    <a:pt x="5301084" y="3047824"/>
                    <a:pt x="5320813" y="3047824"/>
                    <a:pt x="5337254" y="3049865"/>
                  </a:cubicBezTo>
                  <a:cubicBezTo>
                    <a:pt x="5347118" y="3049865"/>
                    <a:pt x="5356983" y="3051905"/>
                    <a:pt x="5363559" y="3053946"/>
                  </a:cubicBezTo>
                  <a:cubicBezTo>
                    <a:pt x="5383288" y="3060068"/>
                    <a:pt x="5403017" y="3068230"/>
                    <a:pt x="5426034" y="3072311"/>
                  </a:cubicBezTo>
                  <a:cubicBezTo>
                    <a:pt x="5455628" y="3078433"/>
                    <a:pt x="5485221" y="3082514"/>
                    <a:pt x="5508238" y="3092718"/>
                  </a:cubicBezTo>
                  <a:cubicBezTo>
                    <a:pt x="5511526" y="3092718"/>
                    <a:pt x="5514815" y="3092718"/>
                    <a:pt x="5514815" y="3094758"/>
                  </a:cubicBezTo>
                  <a:cubicBezTo>
                    <a:pt x="5524679" y="3098839"/>
                    <a:pt x="5541120" y="3100880"/>
                    <a:pt x="5547696" y="3107002"/>
                  </a:cubicBezTo>
                  <a:cubicBezTo>
                    <a:pt x="5557561" y="3119246"/>
                    <a:pt x="5583865" y="3117205"/>
                    <a:pt x="5597019" y="3127408"/>
                  </a:cubicBezTo>
                  <a:lnTo>
                    <a:pt x="5600306" y="3127408"/>
                  </a:lnTo>
                  <a:cubicBezTo>
                    <a:pt x="5613459" y="3127408"/>
                    <a:pt x="5626612" y="3129449"/>
                    <a:pt x="5643053" y="3129449"/>
                  </a:cubicBezTo>
                  <a:cubicBezTo>
                    <a:pt x="5649629" y="3127408"/>
                    <a:pt x="5659493" y="3123327"/>
                    <a:pt x="5666070" y="3123327"/>
                  </a:cubicBezTo>
                  <a:cubicBezTo>
                    <a:pt x="5695663" y="3129449"/>
                    <a:pt x="5725256" y="3129449"/>
                    <a:pt x="5744986" y="3113124"/>
                  </a:cubicBezTo>
                  <a:cubicBezTo>
                    <a:pt x="5748274" y="3111083"/>
                    <a:pt x="5754850" y="3111083"/>
                    <a:pt x="5761427" y="3111083"/>
                  </a:cubicBezTo>
                  <a:lnTo>
                    <a:pt x="5787732" y="3111083"/>
                  </a:lnTo>
                  <a:cubicBezTo>
                    <a:pt x="5817325" y="3107002"/>
                    <a:pt x="5843631" y="3102921"/>
                    <a:pt x="5873224" y="3100880"/>
                  </a:cubicBezTo>
                  <a:cubicBezTo>
                    <a:pt x="5886377" y="3098839"/>
                    <a:pt x="5902818" y="3102921"/>
                    <a:pt x="5915970" y="3104961"/>
                  </a:cubicBezTo>
                  <a:cubicBezTo>
                    <a:pt x="5929122" y="3107002"/>
                    <a:pt x="5942275" y="3107002"/>
                    <a:pt x="5955428" y="3107002"/>
                  </a:cubicBezTo>
                  <a:cubicBezTo>
                    <a:pt x="5971869" y="3107002"/>
                    <a:pt x="5985022" y="3102921"/>
                    <a:pt x="6001462" y="3102921"/>
                  </a:cubicBezTo>
                  <a:cubicBezTo>
                    <a:pt x="6014615" y="3100880"/>
                    <a:pt x="6031056" y="3100880"/>
                    <a:pt x="6044208" y="3098839"/>
                  </a:cubicBezTo>
                  <a:cubicBezTo>
                    <a:pt x="6073802" y="3094758"/>
                    <a:pt x="6100107" y="3090677"/>
                    <a:pt x="6129700" y="3088636"/>
                  </a:cubicBezTo>
                  <a:cubicBezTo>
                    <a:pt x="6149429" y="3019255"/>
                    <a:pt x="6146141" y="2937631"/>
                    <a:pt x="6146141" y="2853965"/>
                  </a:cubicBezTo>
                  <a:close/>
                </a:path>
              </a:pathLst>
            </a:custGeom>
            <a:blipFill>
              <a:blip r:embed="rId3"/>
              <a:stretch>
                <a:fillRect l="0" t="-3595" r="0" b="-3595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894470" y="4158137"/>
            <a:ext cx="12499060" cy="240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27"/>
              </a:lnSpc>
            </a:pPr>
            <a:r>
              <a:rPr lang="en-US" sz="11300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Eventos Mutuamente excludentes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08937">
            <a:off x="-141150" y="-586693"/>
            <a:ext cx="3008848" cy="2997906"/>
          </a:xfrm>
          <a:custGeom>
            <a:avLst/>
            <a:gdLst/>
            <a:ahLst/>
            <a:cxnLst/>
            <a:rect r="r" b="b" t="t" l="l"/>
            <a:pathLst>
              <a:path h="2997906" w="3008848">
                <a:moveTo>
                  <a:pt x="0" y="0"/>
                </a:moveTo>
                <a:lnTo>
                  <a:pt x="3008848" y="0"/>
                </a:lnTo>
                <a:lnTo>
                  <a:pt x="3008848" y="2997906"/>
                </a:lnTo>
                <a:lnTo>
                  <a:pt x="0" y="29979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70174" y="8369249"/>
            <a:ext cx="2765546" cy="2373341"/>
          </a:xfrm>
          <a:custGeom>
            <a:avLst/>
            <a:gdLst/>
            <a:ahLst/>
            <a:cxnLst/>
            <a:rect r="r" b="b" t="t" l="l"/>
            <a:pathLst>
              <a:path h="2373341" w="2765546">
                <a:moveTo>
                  <a:pt x="0" y="0"/>
                </a:moveTo>
                <a:lnTo>
                  <a:pt x="2765546" y="0"/>
                </a:lnTo>
                <a:lnTo>
                  <a:pt x="2765546" y="2373341"/>
                </a:lnTo>
                <a:lnTo>
                  <a:pt x="0" y="23733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284941">
            <a:off x="-236484" y="8213249"/>
            <a:ext cx="4057519" cy="2685340"/>
          </a:xfrm>
          <a:custGeom>
            <a:avLst/>
            <a:gdLst/>
            <a:ahLst/>
            <a:cxnLst/>
            <a:rect r="r" b="b" t="t" l="l"/>
            <a:pathLst>
              <a:path h="2685340" w="4057519">
                <a:moveTo>
                  <a:pt x="0" y="0"/>
                </a:moveTo>
                <a:lnTo>
                  <a:pt x="4057519" y="0"/>
                </a:lnTo>
                <a:lnTo>
                  <a:pt x="4057519" y="2685340"/>
                </a:lnTo>
                <a:lnTo>
                  <a:pt x="0" y="26853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1332">
            <a:off x="4107528" y="-3044138"/>
            <a:ext cx="6410912" cy="4522607"/>
          </a:xfrm>
          <a:custGeom>
            <a:avLst/>
            <a:gdLst/>
            <a:ahLst/>
            <a:cxnLst/>
            <a:rect r="r" b="b" t="t" l="l"/>
            <a:pathLst>
              <a:path h="4522607" w="6410912">
                <a:moveTo>
                  <a:pt x="0" y="0"/>
                </a:moveTo>
                <a:lnTo>
                  <a:pt x="6410913" y="0"/>
                </a:lnTo>
                <a:lnTo>
                  <a:pt x="6410913" y="4522607"/>
                </a:lnTo>
                <a:lnTo>
                  <a:pt x="0" y="45226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13840" y="4083457"/>
            <a:ext cx="3805279" cy="2608346"/>
          </a:xfrm>
          <a:custGeom>
            <a:avLst/>
            <a:gdLst/>
            <a:ahLst/>
            <a:cxnLst/>
            <a:rect r="r" b="b" t="t" l="l"/>
            <a:pathLst>
              <a:path h="2608346" w="3805279">
                <a:moveTo>
                  <a:pt x="0" y="0"/>
                </a:moveTo>
                <a:lnTo>
                  <a:pt x="3805280" y="0"/>
                </a:lnTo>
                <a:lnTo>
                  <a:pt x="3805280" y="2608346"/>
                </a:lnTo>
                <a:lnTo>
                  <a:pt x="0" y="26083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795918">
            <a:off x="2261636" y="-585074"/>
            <a:ext cx="2157502" cy="1596551"/>
          </a:xfrm>
          <a:custGeom>
            <a:avLst/>
            <a:gdLst/>
            <a:ahLst/>
            <a:cxnLst/>
            <a:rect r="r" b="b" t="t" l="l"/>
            <a:pathLst>
              <a:path h="1596551" w="2157502">
                <a:moveTo>
                  <a:pt x="0" y="0"/>
                </a:moveTo>
                <a:lnTo>
                  <a:pt x="2157502" y="0"/>
                </a:lnTo>
                <a:lnTo>
                  <a:pt x="2157502" y="1596551"/>
                </a:lnTo>
                <a:lnTo>
                  <a:pt x="0" y="159655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29779">
            <a:off x="4037103" y="8636109"/>
            <a:ext cx="240196" cy="3222143"/>
          </a:xfrm>
          <a:custGeom>
            <a:avLst/>
            <a:gdLst/>
            <a:ahLst/>
            <a:cxnLst/>
            <a:rect r="r" b="b" t="t" l="l"/>
            <a:pathLst>
              <a:path h="3222143" w="240196">
                <a:moveTo>
                  <a:pt x="0" y="0"/>
                </a:moveTo>
                <a:lnTo>
                  <a:pt x="240196" y="0"/>
                </a:lnTo>
                <a:lnTo>
                  <a:pt x="240196" y="3222143"/>
                </a:lnTo>
                <a:lnTo>
                  <a:pt x="0" y="322214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6402983">
            <a:off x="274484" y="1687767"/>
            <a:ext cx="305914" cy="2758240"/>
          </a:xfrm>
          <a:custGeom>
            <a:avLst/>
            <a:gdLst/>
            <a:ahLst/>
            <a:cxnLst/>
            <a:rect r="r" b="b" t="t" l="l"/>
            <a:pathLst>
              <a:path h="2758240" w="305914">
                <a:moveTo>
                  <a:pt x="0" y="0"/>
                </a:moveTo>
                <a:lnTo>
                  <a:pt x="305914" y="0"/>
                </a:lnTo>
                <a:lnTo>
                  <a:pt x="305914" y="2758240"/>
                </a:lnTo>
                <a:lnTo>
                  <a:pt x="0" y="275824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698887">
            <a:off x="1875218" y="2042089"/>
            <a:ext cx="2632443" cy="425977"/>
          </a:xfrm>
          <a:custGeom>
            <a:avLst/>
            <a:gdLst/>
            <a:ahLst/>
            <a:cxnLst/>
            <a:rect r="r" b="b" t="t" l="l"/>
            <a:pathLst>
              <a:path h="425977" w="2632443">
                <a:moveTo>
                  <a:pt x="0" y="0"/>
                </a:moveTo>
                <a:lnTo>
                  <a:pt x="2632443" y="0"/>
                </a:lnTo>
                <a:lnTo>
                  <a:pt x="2632443" y="425977"/>
                </a:lnTo>
                <a:lnTo>
                  <a:pt x="0" y="42597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53125">
            <a:off x="2421948" y="7204696"/>
            <a:ext cx="1889039" cy="954823"/>
          </a:xfrm>
          <a:custGeom>
            <a:avLst/>
            <a:gdLst/>
            <a:ahLst/>
            <a:cxnLst/>
            <a:rect r="r" b="b" t="t" l="l"/>
            <a:pathLst>
              <a:path h="954823" w="1889039">
                <a:moveTo>
                  <a:pt x="0" y="0"/>
                </a:moveTo>
                <a:lnTo>
                  <a:pt x="1889039" y="0"/>
                </a:lnTo>
                <a:lnTo>
                  <a:pt x="1889039" y="954823"/>
                </a:lnTo>
                <a:lnTo>
                  <a:pt x="0" y="95482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889912">
            <a:off x="3257420" y="3706831"/>
            <a:ext cx="3625508" cy="2478529"/>
          </a:xfrm>
          <a:custGeom>
            <a:avLst/>
            <a:gdLst/>
            <a:ahLst/>
            <a:cxnLst/>
            <a:rect r="r" b="b" t="t" l="l"/>
            <a:pathLst>
              <a:path h="2478529" w="3625508">
                <a:moveTo>
                  <a:pt x="0" y="0"/>
                </a:moveTo>
                <a:lnTo>
                  <a:pt x="3625508" y="0"/>
                </a:lnTo>
                <a:lnTo>
                  <a:pt x="3625508" y="2478529"/>
                </a:lnTo>
                <a:lnTo>
                  <a:pt x="0" y="247852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154186" y="203623"/>
            <a:ext cx="4448360" cy="133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77"/>
              </a:lnSpc>
              <a:spcBef>
                <a:spcPct val="0"/>
              </a:spcBef>
            </a:pPr>
            <a:r>
              <a:rPr lang="en-US" sz="10863" spc="217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Definição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349163" y="1443268"/>
            <a:ext cx="8058406" cy="196372"/>
            <a:chOff x="0" y="0"/>
            <a:chExt cx="10744542" cy="2618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60241" cy="261829"/>
            </a:xfrm>
            <a:custGeom>
              <a:avLst/>
              <a:gdLst/>
              <a:ahLst/>
              <a:cxnLst/>
              <a:rect r="r" b="b" t="t" l="l"/>
              <a:pathLst>
                <a:path h="261829" w="5760241">
                  <a:moveTo>
                    <a:pt x="0" y="0"/>
                  </a:moveTo>
                  <a:lnTo>
                    <a:pt x="5760241" y="0"/>
                  </a:lnTo>
                  <a:lnTo>
                    <a:pt x="5760241" y="261829"/>
                  </a:lnTo>
                  <a:lnTo>
                    <a:pt x="0" y="261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984301" y="0"/>
              <a:ext cx="5760241" cy="261829"/>
            </a:xfrm>
            <a:custGeom>
              <a:avLst/>
              <a:gdLst/>
              <a:ahLst/>
              <a:cxnLst/>
              <a:rect r="r" b="b" t="t" l="l"/>
              <a:pathLst>
                <a:path h="261829" w="5760241">
                  <a:moveTo>
                    <a:pt x="0" y="0"/>
                  </a:moveTo>
                  <a:lnTo>
                    <a:pt x="5760241" y="0"/>
                  </a:lnTo>
                  <a:lnTo>
                    <a:pt x="5760241" y="261829"/>
                  </a:lnTo>
                  <a:lnTo>
                    <a:pt x="0" y="261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491913" y="1534865"/>
            <a:ext cx="9767387" cy="7205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4"/>
              </a:lnSpc>
            </a:pPr>
            <a:r>
              <a:rPr lang="en-US" b="true" sz="34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</a:t>
            </a:r>
            <a:r>
              <a:rPr lang="en-US" b="true" sz="34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ventos mutuamente excludentes 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(ou disjuntos) são eventos que </a:t>
            </a:r>
            <a:r>
              <a:rPr lang="en-US" b="true" sz="34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não 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podem ocorrer ao mesmo tempo.</a:t>
            </a:r>
          </a:p>
          <a:p>
            <a:pPr algn="ctr">
              <a:lnSpc>
                <a:spcPts val="5214"/>
              </a:lnSpc>
            </a:pPr>
          </a:p>
          <a:p>
            <a:pPr algn="ctr">
              <a:lnSpc>
                <a:spcPts val="5214"/>
              </a:lnSpc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 </a:t>
            </a:r>
            <a:r>
              <a:rPr lang="en-US" b="true" sz="34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 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</a:t>
            </a:r>
            <a:r>
              <a:rPr lang="en-US" b="true" sz="34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 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são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eventos </a:t>
            </a:r>
            <a:r>
              <a:rPr lang="en-US" b="true" sz="34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mutuamente excludentes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,A e B não te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nenhum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ele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em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comum</a:t>
            </a:r>
          </a:p>
          <a:p>
            <a:pPr algn="ctr">
              <a:lnSpc>
                <a:spcPts val="5214"/>
              </a:lnSpc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A∩B=∅</a:t>
            </a:r>
          </a:p>
          <a:p>
            <a:pPr algn="ctr">
              <a:lnSpc>
                <a:spcPts val="5214"/>
              </a:lnSpc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P(A∩B)=0</a:t>
            </a:r>
          </a:p>
          <a:p>
            <a:pPr algn="ctr">
              <a:lnSpc>
                <a:spcPts val="5214"/>
              </a:lnSpc>
            </a:pPr>
          </a:p>
          <a:p>
            <a:pPr algn="ctr">
              <a:lnSpc>
                <a:spcPts val="5214"/>
              </a:lnSpc>
            </a:pPr>
          </a:p>
          <a:p>
            <a:pPr algn="ctr">
              <a:lnSpc>
                <a:spcPts val="5214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796550" y="7206860"/>
            <a:ext cx="2581816" cy="2581816"/>
          </a:xfrm>
          <a:custGeom>
            <a:avLst/>
            <a:gdLst/>
            <a:ahLst/>
            <a:cxnLst/>
            <a:rect r="r" b="b" t="t" l="l"/>
            <a:pathLst>
              <a:path h="2581816" w="2581816">
                <a:moveTo>
                  <a:pt x="0" y="0"/>
                </a:moveTo>
                <a:lnTo>
                  <a:pt x="2581816" y="0"/>
                </a:lnTo>
                <a:lnTo>
                  <a:pt x="2581816" y="2581816"/>
                </a:lnTo>
                <a:lnTo>
                  <a:pt x="0" y="258181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035591" y="7131226"/>
            <a:ext cx="2581816" cy="2581816"/>
          </a:xfrm>
          <a:custGeom>
            <a:avLst/>
            <a:gdLst/>
            <a:ahLst/>
            <a:cxnLst/>
            <a:rect r="r" b="b" t="t" l="l"/>
            <a:pathLst>
              <a:path h="2581816" w="2581816">
                <a:moveTo>
                  <a:pt x="0" y="0"/>
                </a:moveTo>
                <a:lnTo>
                  <a:pt x="2581815" y="0"/>
                </a:lnTo>
                <a:lnTo>
                  <a:pt x="2581815" y="2581815"/>
                </a:lnTo>
                <a:lnTo>
                  <a:pt x="0" y="258181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607513" y="6644757"/>
            <a:ext cx="8200373" cy="56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8"/>
              </a:lnSpc>
            </a:pPr>
            <a:r>
              <a:rPr lang="en-US" b="true" sz="30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                                    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75371" y="7588066"/>
            <a:ext cx="1624174" cy="172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8"/>
              </a:lnSpc>
            </a:pPr>
            <a:r>
              <a:rPr lang="en-US" sz="30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</a:t>
            </a:r>
          </a:p>
          <a:p>
            <a:pPr algn="ctr">
              <a:lnSpc>
                <a:spcPts val="4618"/>
              </a:lnSpc>
            </a:pPr>
            <a:r>
              <a:rPr lang="en-US" sz="30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</a:t>
            </a:r>
          </a:p>
          <a:p>
            <a:pPr algn="ctr">
              <a:lnSpc>
                <a:spcPts val="4618"/>
              </a:lnSpc>
            </a:pPr>
            <a:r>
              <a:rPr lang="en-US" b="true" sz="30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14412" y="7588066"/>
            <a:ext cx="1624174" cy="172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8"/>
              </a:lnSpc>
            </a:pPr>
            <a:r>
              <a:rPr lang="en-US" sz="30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</a:t>
            </a:r>
          </a:p>
          <a:p>
            <a:pPr algn="ctr">
              <a:lnSpc>
                <a:spcPts val="4618"/>
              </a:lnSpc>
            </a:pPr>
            <a:r>
              <a:rPr lang="en-US" sz="30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4</a:t>
            </a:r>
          </a:p>
          <a:p>
            <a:pPr algn="ctr">
              <a:lnSpc>
                <a:spcPts val="4618"/>
              </a:lnSpc>
            </a:pPr>
            <a:r>
              <a:rPr lang="en-US" b="true" sz="30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08937">
            <a:off x="-141150" y="-586693"/>
            <a:ext cx="3008848" cy="2997906"/>
          </a:xfrm>
          <a:custGeom>
            <a:avLst/>
            <a:gdLst/>
            <a:ahLst/>
            <a:cxnLst/>
            <a:rect r="r" b="b" t="t" l="l"/>
            <a:pathLst>
              <a:path h="2997906" w="3008848">
                <a:moveTo>
                  <a:pt x="0" y="0"/>
                </a:moveTo>
                <a:lnTo>
                  <a:pt x="3008848" y="0"/>
                </a:lnTo>
                <a:lnTo>
                  <a:pt x="3008848" y="2997906"/>
                </a:lnTo>
                <a:lnTo>
                  <a:pt x="0" y="29979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70174" y="8369249"/>
            <a:ext cx="2765546" cy="2373341"/>
          </a:xfrm>
          <a:custGeom>
            <a:avLst/>
            <a:gdLst/>
            <a:ahLst/>
            <a:cxnLst/>
            <a:rect r="r" b="b" t="t" l="l"/>
            <a:pathLst>
              <a:path h="2373341" w="2765546">
                <a:moveTo>
                  <a:pt x="0" y="0"/>
                </a:moveTo>
                <a:lnTo>
                  <a:pt x="2765546" y="0"/>
                </a:lnTo>
                <a:lnTo>
                  <a:pt x="2765546" y="2373341"/>
                </a:lnTo>
                <a:lnTo>
                  <a:pt x="0" y="23733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284941">
            <a:off x="-236484" y="8213249"/>
            <a:ext cx="4057519" cy="2685340"/>
          </a:xfrm>
          <a:custGeom>
            <a:avLst/>
            <a:gdLst/>
            <a:ahLst/>
            <a:cxnLst/>
            <a:rect r="r" b="b" t="t" l="l"/>
            <a:pathLst>
              <a:path h="2685340" w="4057519">
                <a:moveTo>
                  <a:pt x="0" y="0"/>
                </a:moveTo>
                <a:lnTo>
                  <a:pt x="4057519" y="0"/>
                </a:lnTo>
                <a:lnTo>
                  <a:pt x="4057519" y="2685340"/>
                </a:lnTo>
                <a:lnTo>
                  <a:pt x="0" y="26853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1332">
            <a:off x="4107528" y="-3044138"/>
            <a:ext cx="6410912" cy="4522607"/>
          </a:xfrm>
          <a:custGeom>
            <a:avLst/>
            <a:gdLst/>
            <a:ahLst/>
            <a:cxnLst/>
            <a:rect r="r" b="b" t="t" l="l"/>
            <a:pathLst>
              <a:path h="4522607" w="6410912">
                <a:moveTo>
                  <a:pt x="0" y="0"/>
                </a:moveTo>
                <a:lnTo>
                  <a:pt x="6410913" y="0"/>
                </a:lnTo>
                <a:lnTo>
                  <a:pt x="6410913" y="4522607"/>
                </a:lnTo>
                <a:lnTo>
                  <a:pt x="0" y="45226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13840" y="4083457"/>
            <a:ext cx="3805279" cy="2608346"/>
          </a:xfrm>
          <a:custGeom>
            <a:avLst/>
            <a:gdLst/>
            <a:ahLst/>
            <a:cxnLst/>
            <a:rect r="r" b="b" t="t" l="l"/>
            <a:pathLst>
              <a:path h="2608346" w="3805279">
                <a:moveTo>
                  <a:pt x="0" y="0"/>
                </a:moveTo>
                <a:lnTo>
                  <a:pt x="3805280" y="0"/>
                </a:lnTo>
                <a:lnTo>
                  <a:pt x="3805280" y="2608346"/>
                </a:lnTo>
                <a:lnTo>
                  <a:pt x="0" y="26083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795918">
            <a:off x="2261636" y="-585074"/>
            <a:ext cx="2157502" cy="1596551"/>
          </a:xfrm>
          <a:custGeom>
            <a:avLst/>
            <a:gdLst/>
            <a:ahLst/>
            <a:cxnLst/>
            <a:rect r="r" b="b" t="t" l="l"/>
            <a:pathLst>
              <a:path h="1596551" w="2157502">
                <a:moveTo>
                  <a:pt x="0" y="0"/>
                </a:moveTo>
                <a:lnTo>
                  <a:pt x="2157502" y="0"/>
                </a:lnTo>
                <a:lnTo>
                  <a:pt x="2157502" y="1596551"/>
                </a:lnTo>
                <a:lnTo>
                  <a:pt x="0" y="159655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29779">
            <a:off x="4037103" y="8636109"/>
            <a:ext cx="240196" cy="3222143"/>
          </a:xfrm>
          <a:custGeom>
            <a:avLst/>
            <a:gdLst/>
            <a:ahLst/>
            <a:cxnLst/>
            <a:rect r="r" b="b" t="t" l="l"/>
            <a:pathLst>
              <a:path h="3222143" w="240196">
                <a:moveTo>
                  <a:pt x="0" y="0"/>
                </a:moveTo>
                <a:lnTo>
                  <a:pt x="240196" y="0"/>
                </a:lnTo>
                <a:lnTo>
                  <a:pt x="240196" y="3222143"/>
                </a:lnTo>
                <a:lnTo>
                  <a:pt x="0" y="322214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6402983">
            <a:off x="274484" y="1687767"/>
            <a:ext cx="305914" cy="2758240"/>
          </a:xfrm>
          <a:custGeom>
            <a:avLst/>
            <a:gdLst/>
            <a:ahLst/>
            <a:cxnLst/>
            <a:rect r="r" b="b" t="t" l="l"/>
            <a:pathLst>
              <a:path h="2758240" w="305914">
                <a:moveTo>
                  <a:pt x="0" y="0"/>
                </a:moveTo>
                <a:lnTo>
                  <a:pt x="305914" y="0"/>
                </a:lnTo>
                <a:lnTo>
                  <a:pt x="305914" y="2758240"/>
                </a:lnTo>
                <a:lnTo>
                  <a:pt x="0" y="275824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698887">
            <a:off x="1875218" y="2042089"/>
            <a:ext cx="2632443" cy="425977"/>
          </a:xfrm>
          <a:custGeom>
            <a:avLst/>
            <a:gdLst/>
            <a:ahLst/>
            <a:cxnLst/>
            <a:rect r="r" b="b" t="t" l="l"/>
            <a:pathLst>
              <a:path h="425977" w="2632443">
                <a:moveTo>
                  <a:pt x="0" y="0"/>
                </a:moveTo>
                <a:lnTo>
                  <a:pt x="2632443" y="0"/>
                </a:lnTo>
                <a:lnTo>
                  <a:pt x="2632443" y="425977"/>
                </a:lnTo>
                <a:lnTo>
                  <a:pt x="0" y="42597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53125">
            <a:off x="2421948" y="7204696"/>
            <a:ext cx="1889039" cy="954823"/>
          </a:xfrm>
          <a:custGeom>
            <a:avLst/>
            <a:gdLst/>
            <a:ahLst/>
            <a:cxnLst/>
            <a:rect r="r" b="b" t="t" l="l"/>
            <a:pathLst>
              <a:path h="954823" w="1889039">
                <a:moveTo>
                  <a:pt x="0" y="0"/>
                </a:moveTo>
                <a:lnTo>
                  <a:pt x="1889039" y="0"/>
                </a:lnTo>
                <a:lnTo>
                  <a:pt x="1889039" y="954823"/>
                </a:lnTo>
                <a:lnTo>
                  <a:pt x="0" y="95482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889912">
            <a:off x="3257420" y="3706831"/>
            <a:ext cx="3625508" cy="2478529"/>
          </a:xfrm>
          <a:custGeom>
            <a:avLst/>
            <a:gdLst/>
            <a:ahLst/>
            <a:cxnLst/>
            <a:rect r="r" b="b" t="t" l="l"/>
            <a:pathLst>
              <a:path h="2478529" w="3625508">
                <a:moveTo>
                  <a:pt x="0" y="0"/>
                </a:moveTo>
                <a:lnTo>
                  <a:pt x="3625508" y="0"/>
                </a:lnTo>
                <a:lnTo>
                  <a:pt x="3625508" y="2478529"/>
                </a:lnTo>
                <a:lnTo>
                  <a:pt x="0" y="247852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98253" y="203623"/>
            <a:ext cx="3360226" cy="133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77"/>
              </a:lnSpc>
              <a:spcBef>
                <a:spcPct val="0"/>
              </a:spcBef>
            </a:pPr>
            <a:r>
              <a:rPr lang="en-US" sz="10863" spc="217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Regras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349163" y="1443268"/>
            <a:ext cx="8058406" cy="196372"/>
            <a:chOff x="0" y="0"/>
            <a:chExt cx="10744542" cy="2618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60241" cy="261829"/>
            </a:xfrm>
            <a:custGeom>
              <a:avLst/>
              <a:gdLst/>
              <a:ahLst/>
              <a:cxnLst/>
              <a:rect r="r" b="b" t="t" l="l"/>
              <a:pathLst>
                <a:path h="261829" w="5760241">
                  <a:moveTo>
                    <a:pt x="0" y="0"/>
                  </a:moveTo>
                  <a:lnTo>
                    <a:pt x="5760241" y="0"/>
                  </a:lnTo>
                  <a:lnTo>
                    <a:pt x="5760241" y="261829"/>
                  </a:lnTo>
                  <a:lnTo>
                    <a:pt x="0" y="261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984301" y="0"/>
              <a:ext cx="5760241" cy="261829"/>
            </a:xfrm>
            <a:custGeom>
              <a:avLst/>
              <a:gdLst/>
              <a:ahLst/>
              <a:cxnLst/>
              <a:rect r="r" b="b" t="t" l="l"/>
              <a:pathLst>
                <a:path h="261829" w="5760241">
                  <a:moveTo>
                    <a:pt x="0" y="0"/>
                  </a:moveTo>
                  <a:lnTo>
                    <a:pt x="5760241" y="0"/>
                  </a:lnTo>
                  <a:lnTo>
                    <a:pt x="5760241" y="261829"/>
                  </a:lnTo>
                  <a:lnTo>
                    <a:pt x="0" y="261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634788" y="1525340"/>
            <a:ext cx="9624512" cy="877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0"/>
              </a:lnSpc>
            </a:pPr>
            <a:r>
              <a:rPr lang="en-US" sz="3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Para e</a:t>
            </a:r>
            <a:r>
              <a:rPr lang="en-US" sz="3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ventos mutualmente excludentes, vale a </a:t>
            </a:r>
            <a:r>
              <a:rPr lang="en-US" b="true" sz="38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regra da multiplicação:</a:t>
            </a:r>
            <a:r>
              <a:rPr lang="en-US" b="true" sz="38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</a:p>
          <a:p>
            <a:pPr algn="ctr">
              <a:lnSpc>
                <a:spcPts val="5810"/>
              </a:lnSpc>
            </a:pPr>
            <a:r>
              <a:rPr lang="en-US" sz="3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P(A∩B)=P(A∣B)P(B)</a:t>
            </a:r>
          </a:p>
          <a:p>
            <a:pPr algn="ctr">
              <a:lnSpc>
                <a:spcPts val="5810"/>
              </a:lnSpc>
            </a:pPr>
            <a:r>
              <a:rPr lang="en-US" sz="3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P(A∣B)=0</a:t>
            </a:r>
          </a:p>
          <a:p>
            <a:pPr algn="ctr">
              <a:lnSpc>
                <a:spcPts val="5810"/>
              </a:lnSpc>
            </a:pPr>
            <a:r>
              <a:rPr lang="en-US" sz="3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P(A∩B)=0</a:t>
            </a:r>
          </a:p>
          <a:p>
            <a:pPr algn="ctr">
              <a:lnSpc>
                <a:spcPts val="5810"/>
              </a:lnSpc>
            </a:pPr>
            <a:r>
              <a:rPr lang="en-US" b="true" sz="38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regra co</a:t>
            </a:r>
            <a:r>
              <a:rPr lang="en-US" b="true" sz="38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ndicional:</a:t>
            </a:r>
          </a:p>
          <a:p>
            <a:pPr algn="ctr">
              <a:lnSpc>
                <a:spcPts val="5810"/>
              </a:lnSpc>
            </a:pPr>
            <a:r>
              <a:rPr lang="en-US" sz="3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P(A∣B)=0</a:t>
            </a:r>
          </a:p>
          <a:p>
            <a:pPr algn="ctr">
              <a:lnSpc>
                <a:spcPts val="5810"/>
              </a:lnSpc>
            </a:pPr>
            <a:r>
              <a:rPr lang="en-US" sz="3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</a:t>
            </a:r>
          </a:p>
          <a:p>
            <a:pPr algn="ctr">
              <a:lnSpc>
                <a:spcPts val="5810"/>
              </a:lnSpc>
            </a:pPr>
            <a:r>
              <a:rPr lang="en-US" sz="3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P(B∣A)=0</a:t>
            </a:r>
          </a:p>
          <a:p>
            <a:pPr algn="ctr">
              <a:lnSpc>
                <a:spcPts val="5810"/>
              </a:lnSpc>
            </a:pPr>
            <a:r>
              <a:rPr lang="en-US" b="true" sz="38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regra da adição:</a:t>
            </a:r>
          </a:p>
          <a:p>
            <a:pPr algn="ctr">
              <a:lnSpc>
                <a:spcPts val="5810"/>
              </a:lnSpc>
            </a:pPr>
            <a:r>
              <a:rPr lang="en-US" sz="38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P(A∪B)=P(A)+P(B)−P(A)P(B)</a:t>
            </a:r>
          </a:p>
          <a:p>
            <a:pPr algn="ctr">
              <a:lnSpc>
                <a:spcPts val="581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6028" y="928606"/>
            <a:ext cx="16035943" cy="8429788"/>
            <a:chOff x="0" y="0"/>
            <a:chExt cx="6148859" cy="32323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571" y="-1183"/>
              <a:ext cx="6146346" cy="3225358"/>
            </a:xfrm>
            <a:custGeom>
              <a:avLst/>
              <a:gdLst/>
              <a:ahLst/>
              <a:cxnLst/>
              <a:rect r="r" b="b" t="t" l="l"/>
              <a:pathLst>
                <a:path h="3225358" w="6146346">
                  <a:moveTo>
                    <a:pt x="6146141" y="2853965"/>
                  </a:moveTo>
                  <a:cubicBezTo>
                    <a:pt x="6142853" y="2047922"/>
                    <a:pt x="6103395" y="958232"/>
                    <a:pt x="6103395" y="154229"/>
                  </a:cubicBezTo>
                  <a:cubicBezTo>
                    <a:pt x="6103395" y="141986"/>
                    <a:pt x="6106683" y="129742"/>
                    <a:pt x="6106683" y="119539"/>
                  </a:cubicBezTo>
                  <a:cubicBezTo>
                    <a:pt x="6103395" y="117498"/>
                    <a:pt x="6100107" y="117498"/>
                    <a:pt x="6096819" y="115458"/>
                  </a:cubicBezTo>
                  <a:cubicBezTo>
                    <a:pt x="6096819" y="115458"/>
                    <a:pt x="6093530" y="117498"/>
                    <a:pt x="6093530" y="119539"/>
                  </a:cubicBezTo>
                  <a:cubicBezTo>
                    <a:pt x="6086954" y="129742"/>
                    <a:pt x="6073802" y="129742"/>
                    <a:pt x="6060649" y="129742"/>
                  </a:cubicBezTo>
                  <a:cubicBezTo>
                    <a:pt x="6044208" y="127701"/>
                    <a:pt x="6027767" y="117498"/>
                    <a:pt x="6008038" y="121579"/>
                  </a:cubicBezTo>
                  <a:cubicBezTo>
                    <a:pt x="6001462" y="123620"/>
                    <a:pt x="5988309" y="119539"/>
                    <a:pt x="5985022" y="115458"/>
                  </a:cubicBezTo>
                  <a:cubicBezTo>
                    <a:pt x="5975157" y="107295"/>
                    <a:pt x="5962004" y="107295"/>
                    <a:pt x="5948852" y="111376"/>
                  </a:cubicBezTo>
                  <a:cubicBezTo>
                    <a:pt x="5942275" y="113417"/>
                    <a:pt x="5935699" y="111376"/>
                    <a:pt x="5929122" y="111376"/>
                  </a:cubicBezTo>
                  <a:cubicBezTo>
                    <a:pt x="5919258" y="111376"/>
                    <a:pt x="5906105" y="109336"/>
                    <a:pt x="5896241" y="107295"/>
                  </a:cubicBezTo>
                  <a:cubicBezTo>
                    <a:pt x="5892953" y="107295"/>
                    <a:pt x="5886377" y="105254"/>
                    <a:pt x="5883088" y="105254"/>
                  </a:cubicBezTo>
                  <a:cubicBezTo>
                    <a:pt x="5873224" y="103214"/>
                    <a:pt x="5863359" y="97092"/>
                    <a:pt x="5853495" y="105254"/>
                  </a:cubicBezTo>
                  <a:cubicBezTo>
                    <a:pt x="5853495" y="105254"/>
                    <a:pt x="5846918" y="105254"/>
                    <a:pt x="5843631" y="103214"/>
                  </a:cubicBezTo>
                  <a:cubicBezTo>
                    <a:pt x="5840342" y="99133"/>
                    <a:pt x="5837054" y="93011"/>
                    <a:pt x="5833766" y="88930"/>
                  </a:cubicBezTo>
                  <a:cubicBezTo>
                    <a:pt x="5827190" y="82808"/>
                    <a:pt x="5827190" y="72605"/>
                    <a:pt x="5817325" y="68523"/>
                  </a:cubicBezTo>
                  <a:cubicBezTo>
                    <a:pt x="5810749" y="66483"/>
                    <a:pt x="5807461" y="64442"/>
                    <a:pt x="5804173" y="60361"/>
                  </a:cubicBezTo>
                  <a:cubicBezTo>
                    <a:pt x="5804173" y="58320"/>
                    <a:pt x="5797596" y="56280"/>
                    <a:pt x="5797596" y="54239"/>
                  </a:cubicBezTo>
                  <a:lnTo>
                    <a:pt x="5787732" y="48117"/>
                  </a:lnTo>
                  <a:cubicBezTo>
                    <a:pt x="5784444" y="44036"/>
                    <a:pt x="5781155" y="37914"/>
                    <a:pt x="5774579" y="35873"/>
                  </a:cubicBezTo>
                  <a:cubicBezTo>
                    <a:pt x="5761427" y="29752"/>
                    <a:pt x="5758138" y="21589"/>
                    <a:pt x="5764715" y="11386"/>
                  </a:cubicBezTo>
                  <a:cubicBezTo>
                    <a:pt x="5754850" y="9345"/>
                    <a:pt x="5748274" y="5264"/>
                    <a:pt x="5738410" y="5264"/>
                  </a:cubicBezTo>
                  <a:cubicBezTo>
                    <a:pt x="5698951" y="7305"/>
                    <a:pt x="5656206" y="11386"/>
                    <a:pt x="5616747" y="13427"/>
                  </a:cubicBezTo>
                  <a:cubicBezTo>
                    <a:pt x="5610171" y="13427"/>
                    <a:pt x="5600306" y="15467"/>
                    <a:pt x="5597019" y="17508"/>
                  </a:cubicBezTo>
                  <a:cubicBezTo>
                    <a:pt x="5570713" y="27711"/>
                    <a:pt x="5544408" y="19549"/>
                    <a:pt x="5518102" y="17508"/>
                  </a:cubicBezTo>
                  <a:cubicBezTo>
                    <a:pt x="5498374" y="17508"/>
                    <a:pt x="5478645" y="11386"/>
                    <a:pt x="5458916" y="9345"/>
                  </a:cubicBezTo>
                  <a:cubicBezTo>
                    <a:pt x="5435899" y="7305"/>
                    <a:pt x="5416170" y="9345"/>
                    <a:pt x="5393153" y="7305"/>
                  </a:cubicBezTo>
                  <a:cubicBezTo>
                    <a:pt x="5389865" y="7305"/>
                    <a:pt x="5386576" y="5264"/>
                    <a:pt x="5383288" y="3224"/>
                  </a:cubicBezTo>
                  <a:cubicBezTo>
                    <a:pt x="5376712" y="-1357"/>
                    <a:pt x="5363559" y="-87"/>
                    <a:pt x="5356983" y="1183"/>
                  </a:cubicBezTo>
                  <a:cubicBezTo>
                    <a:pt x="5347118" y="5264"/>
                    <a:pt x="5343831" y="11386"/>
                    <a:pt x="5337254" y="17508"/>
                  </a:cubicBezTo>
                  <a:cubicBezTo>
                    <a:pt x="5320813" y="19549"/>
                    <a:pt x="5297796" y="21589"/>
                    <a:pt x="5281355" y="27711"/>
                  </a:cubicBezTo>
                  <a:cubicBezTo>
                    <a:pt x="5268203" y="31792"/>
                    <a:pt x="5261626" y="33833"/>
                    <a:pt x="5251762" y="29752"/>
                  </a:cubicBezTo>
                  <a:lnTo>
                    <a:pt x="5248474" y="31792"/>
                  </a:lnTo>
                  <a:cubicBezTo>
                    <a:pt x="5255050" y="35873"/>
                    <a:pt x="5258338" y="41995"/>
                    <a:pt x="5264914" y="46077"/>
                  </a:cubicBezTo>
                  <a:cubicBezTo>
                    <a:pt x="5255050" y="48117"/>
                    <a:pt x="5241897" y="52198"/>
                    <a:pt x="5235321" y="50158"/>
                  </a:cubicBezTo>
                  <a:cubicBezTo>
                    <a:pt x="5218880" y="48117"/>
                    <a:pt x="5212304" y="52198"/>
                    <a:pt x="5199151" y="56280"/>
                  </a:cubicBezTo>
                  <a:cubicBezTo>
                    <a:pt x="5185999" y="62402"/>
                    <a:pt x="5169558" y="66483"/>
                    <a:pt x="5156405" y="70564"/>
                  </a:cubicBezTo>
                  <a:cubicBezTo>
                    <a:pt x="5153117" y="70564"/>
                    <a:pt x="5149829" y="70564"/>
                    <a:pt x="5146541" y="68523"/>
                  </a:cubicBezTo>
                  <a:cubicBezTo>
                    <a:pt x="5143252" y="68523"/>
                    <a:pt x="5139964" y="66483"/>
                    <a:pt x="5139964" y="66483"/>
                  </a:cubicBezTo>
                  <a:cubicBezTo>
                    <a:pt x="5123523" y="70564"/>
                    <a:pt x="5107083" y="74645"/>
                    <a:pt x="5090642" y="70564"/>
                  </a:cubicBezTo>
                  <a:cubicBezTo>
                    <a:pt x="5087354" y="70564"/>
                    <a:pt x="5087354" y="72605"/>
                    <a:pt x="5084065" y="72605"/>
                  </a:cubicBezTo>
                  <a:cubicBezTo>
                    <a:pt x="5064337" y="76686"/>
                    <a:pt x="5051184" y="90970"/>
                    <a:pt x="5024879" y="90970"/>
                  </a:cubicBezTo>
                  <a:cubicBezTo>
                    <a:pt x="5005150" y="90970"/>
                    <a:pt x="4985421" y="101173"/>
                    <a:pt x="4965692" y="101173"/>
                  </a:cubicBezTo>
                  <a:cubicBezTo>
                    <a:pt x="4942674" y="103214"/>
                    <a:pt x="4922946" y="107295"/>
                    <a:pt x="4903217" y="113417"/>
                  </a:cubicBezTo>
                  <a:cubicBezTo>
                    <a:pt x="4896640" y="115458"/>
                    <a:pt x="4890064" y="115458"/>
                    <a:pt x="4886776" y="115458"/>
                  </a:cubicBezTo>
                  <a:cubicBezTo>
                    <a:pt x="4870335" y="111376"/>
                    <a:pt x="4860470" y="117498"/>
                    <a:pt x="4853894" y="123620"/>
                  </a:cubicBezTo>
                  <a:cubicBezTo>
                    <a:pt x="4837454" y="137904"/>
                    <a:pt x="4811148" y="141986"/>
                    <a:pt x="4788131" y="146067"/>
                  </a:cubicBezTo>
                  <a:cubicBezTo>
                    <a:pt x="4758538" y="150148"/>
                    <a:pt x="4728944" y="152189"/>
                    <a:pt x="4699351" y="154229"/>
                  </a:cubicBezTo>
                  <a:cubicBezTo>
                    <a:pt x="4696063" y="154229"/>
                    <a:pt x="4692775" y="160351"/>
                    <a:pt x="4686199" y="162392"/>
                  </a:cubicBezTo>
                  <a:cubicBezTo>
                    <a:pt x="4682910" y="162392"/>
                    <a:pt x="4679622" y="160351"/>
                    <a:pt x="4679622" y="160351"/>
                  </a:cubicBezTo>
                  <a:cubicBezTo>
                    <a:pt x="4663181" y="172595"/>
                    <a:pt x="4653317" y="190960"/>
                    <a:pt x="4620435" y="188920"/>
                  </a:cubicBezTo>
                  <a:lnTo>
                    <a:pt x="4617147" y="188920"/>
                  </a:lnTo>
                  <a:cubicBezTo>
                    <a:pt x="4590842" y="199123"/>
                    <a:pt x="4564536" y="195042"/>
                    <a:pt x="4541519" y="190960"/>
                  </a:cubicBezTo>
                  <a:cubicBezTo>
                    <a:pt x="4534943" y="190960"/>
                    <a:pt x="4525079" y="186879"/>
                    <a:pt x="4521790" y="182798"/>
                  </a:cubicBezTo>
                  <a:cubicBezTo>
                    <a:pt x="4511926" y="170554"/>
                    <a:pt x="4485620" y="166473"/>
                    <a:pt x="4465891" y="170554"/>
                  </a:cubicBezTo>
                  <a:cubicBezTo>
                    <a:pt x="4449451" y="174635"/>
                    <a:pt x="4433010" y="176676"/>
                    <a:pt x="4416569" y="180757"/>
                  </a:cubicBezTo>
                  <a:cubicBezTo>
                    <a:pt x="4390264" y="184839"/>
                    <a:pt x="4367247" y="186879"/>
                    <a:pt x="4340942" y="178717"/>
                  </a:cubicBezTo>
                  <a:cubicBezTo>
                    <a:pt x="4314636" y="170554"/>
                    <a:pt x="4294907" y="176676"/>
                    <a:pt x="4281755" y="195042"/>
                  </a:cubicBezTo>
                  <a:cubicBezTo>
                    <a:pt x="4271890" y="207285"/>
                    <a:pt x="4245585" y="209326"/>
                    <a:pt x="4229144" y="199123"/>
                  </a:cubicBezTo>
                  <a:cubicBezTo>
                    <a:pt x="4219279" y="193001"/>
                    <a:pt x="4212703" y="195042"/>
                    <a:pt x="4202839" y="199123"/>
                  </a:cubicBezTo>
                  <a:lnTo>
                    <a:pt x="4183110" y="211367"/>
                  </a:lnTo>
                  <a:cubicBezTo>
                    <a:pt x="4179822" y="213407"/>
                    <a:pt x="4173245" y="213407"/>
                    <a:pt x="4169957" y="213407"/>
                  </a:cubicBezTo>
                  <a:lnTo>
                    <a:pt x="4150228" y="213407"/>
                  </a:lnTo>
                  <a:cubicBezTo>
                    <a:pt x="4137075" y="213407"/>
                    <a:pt x="4123923" y="211367"/>
                    <a:pt x="4110770" y="209326"/>
                  </a:cubicBezTo>
                  <a:cubicBezTo>
                    <a:pt x="4094330" y="207285"/>
                    <a:pt x="4081177" y="201163"/>
                    <a:pt x="4064736" y="199123"/>
                  </a:cubicBezTo>
                  <a:cubicBezTo>
                    <a:pt x="4038431" y="197082"/>
                    <a:pt x="4031854" y="182798"/>
                    <a:pt x="4021990" y="172595"/>
                  </a:cubicBezTo>
                  <a:cubicBezTo>
                    <a:pt x="4015414" y="166473"/>
                    <a:pt x="4002261" y="158310"/>
                    <a:pt x="3989109" y="160351"/>
                  </a:cubicBezTo>
                  <a:cubicBezTo>
                    <a:pt x="3975956" y="164432"/>
                    <a:pt x="3962803" y="160351"/>
                    <a:pt x="3952939" y="158310"/>
                  </a:cubicBezTo>
                  <a:cubicBezTo>
                    <a:pt x="3949650" y="158310"/>
                    <a:pt x="3943074" y="156270"/>
                    <a:pt x="3939786" y="156270"/>
                  </a:cubicBezTo>
                  <a:cubicBezTo>
                    <a:pt x="3916769" y="152189"/>
                    <a:pt x="3900328" y="160351"/>
                    <a:pt x="3883887" y="170554"/>
                  </a:cubicBezTo>
                  <a:lnTo>
                    <a:pt x="3870735" y="178717"/>
                  </a:lnTo>
                  <a:cubicBezTo>
                    <a:pt x="3867447" y="180757"/>
                    <a:pt x="3867447" y="184839"/>
                    <a:pt x="3864158" y="186879"/>
                  </a:cubicBezTo>
                  <a:cubicBezTo>
                    <a:pt x="3844429" y="197082"/>
                    <a:pt x="3824700" y="193001"/>
                    <a:pt x="3801683" y="186879"/>
                  </a:cubicBezTo>
                  <a:cubicBezTo>
                    <a:pt x="3781954" y="180757"/>
                    <a:pt x="3758937" y="186879"/>
                    <a:pt x="3752361" y="199123"/>
                  </a:cubicBezTo>
                  <a:cubicBezTo>
                    <a:pt x="3749073" y="207285"/>
                    <a:pt x="3745785" y="213407"/>
                    <a:pt x="3729344" y="217488"/>
                  </a:cubicBezTo>
                  <a:cubicBezTo>
                    <a:pt x="3712903" y="223610"/>
                    <a:pt x="3693174" y="227691"/>
                    <a:pt x="3689886" y="241976"/>
                  </a:cubicBezTo>
                  <a:cubicBezTo>
                    <a:pt x="3689886" y="244016"/>
                    <a:pt x="3686598" y="246057"/>
                    <a:pt x="3683309" y="246057"/>
                  </a:cubicBezTo>
                  <a:cubicBezTo>
                    <a:pt x="3673445" y="248098"/>
                    <a:pt x="3666869" y="250138"/>
                    <a:pt x="3657004" y="252179"/>
                  </a:cubicBezTo>
                  <a:lnTo>
                    <a:pt x="3627411" y="252179"/>
                  </a:lnTo>
                  <a:cubicBezTo>
                    <a:pt x="3607682" y="250138"/>
                    <a:pt x="3587953" y="246057"/>
                    <a:pt x="3568224" y="244016"/>
                  </a:cubicBezTo>
                  <a:cubicBezTo>
                    <a:pt x="3545207" y="241976"/>
                    <a:pt x="3525478" y="250138"/>
                    <a:pt x="3502461" y="252179"/>
                  </a:cubicBezTo>
                  <a:lnTo>
                    <a:pt x="3499173" y="254219"/>
                  </a:lnTo>
                  <a:cubicBezTo>
                    <a:pt x="3492597" y="260341"/>
                    <a:pt x="3482732" y="258301"/>
                    <a:pt x="3476156" y="254219"/>
                  </a:cubicBezTo>
                  <a:cubicBezTo>
                    <a:pt x="3463003" y="246057"/>
                    <a:pt x="3439985" y="244016"/>
                    <a:pt x="3423545" y="248098"/>
                  </a:cubicBezTo>
                  <a:cubicBezTo>
                    <a:pt x="3403816" y="254219"/>
                    <a:pt x="3384087" y="258301"/>
                    <a:pt x="3364358" y="262382"/>
                  </a:cubicBezTo>
                  <a:cubicBezTo>
                    <a:pt x="3357782" y="262382"/>
                    <a:pt x="3351206" y="260341"/>
                    <a:pt x="3347917" y="260341"/>
                  </a:cubicBezTo>
                  <a:cubicBezTo>
                    <a:pt x="3341341" y="260341"/>
                    <a:pt x="3331477" y="258301"/>
                    <a:pt x="3328188" y="260341"/>
                  </a:cubicBezTo>
                  <a:cubicBezTo>
                    <a:pt x="3301883" y="272585"/>
                    <a:pt x="3275578" y="268504"/>
                    <a:pt x="3252560" y="260341"/>
                  </a:cubicBezTo>
                  <a:cubicBezTo>
                    <a:pt x="3239408" y="256260"/>
                    <a:pt x="3219679" y="252179"/>
                    <a:pt x="3213103" y="239935"/>
                  </a:cubicBezTo>
                  <a:cubicBezTo>
                    <a:pt x="3209814" y="231773"/>
                    <a:pt x="3196662" y="223610"/>
                    <a:pt x="3186797" y="217488"/>
                  </a:cubicBezTo>
                  <a:cubicBezTo>
                    <a:pt x="3170357" y="207285"/>
                    <a:pt x="3153916" y="193001"/>
                    <a:pt x="3124322" y="193001"/>
                  </a:cubicBezTo>
                  <a:cubicBezTo>
                    <a:pt x="3117746" y="193001"/>
                    <a:pt x="3111170" y="184839"/>
                    <a:pt x="3107882" y="186879"/>
                  </a:cubicBezTo>
                  <a:cubicBezTo>
                    <a:pt x="3094729" y="188920"/>
                    <a:pt x="3094729" y="184839"/>
                    <a:pt x="3088153" y="180757"/>
                  </a:cubicBezTo>
                  <a:cubicBezTo>
                    <a:pt x="3081577" y="176676"/>
                    <a:pt x="3071712" y="172595"/>
                    <a:pt x="3065136" y="166473"/>
                  </a:cubicBezTo>
                  <a:cubicBezTo>
                    <a:pt x="3055271" y="158310"/>
                    <a:pt x="3045406" y="148107"/>
                    <a:pt x="3035542" y="139945"/>
                  </a:cubicBezTo>
                  <a:cubicBezTo>
                    <a:pt x="3025678" y="131782"/>
                    <a:pt x="3019101" y="121579"/>
                    <a:pt x="3009237" y="113417"/>
                  </a:cubicBezTo>
                  <a:cubicBezTo>
                    <a:pt x="3005949" y="111376"/>
                    <a:pt x="2996084" y="109336"/>
                    <a:pt x="2992796" y="111376"/>
                  </a:cubicBezTo>
                  <a:lnTo>
                    <a:pt x="2953338" y="123620"/>
                  </a:lnTo>
                  <a:cubicBezTo>
                    <a:pt x="2946762" y="125661"/>
                    <a:pt x="2943474" y="129742"/>
                    <a:pt x="2940186" y="133823"/>
                  </a:cubicBezTo>
                  <a:lnTo>
                    <a:pt x="2936897" y="131782"/>
                  </a:lnTo>
                  <a:cubicBezTo>
                    <a:pt x="2940186" y="125661"/>
                    <a:pt x="2943474" y="119539"/>
                    <a:pt x="2946762" y="117498"/>
                  </a:cubicBezTo>
                  <a:lnTo>
                    <a:pt x="2907304" y="111376"/>
                  </a:lnTo>
                  <a:cubicBezTo>
                    <a:pt x="2897439" y="109336"/>
                    <a:pt x="2880998" y="109336"/>
                    <a:pt x="2874422" y="109336"/>
                  </a:cubicBezTo>
                  <a:lnTo>
                    <a:pt x="2821812" y="109336"/>
                  </a:lnTo>
                  <a:cubicBezTo>
                    <a:pt x="2802083" y="109336"/>
                    <a:pt x="2785642" y="107295"/>
                    <a:pt x="2765913" y="109336"/>
                  </a:cubicBezTo>
                  <a:cubicBezTo>
                    <a:pt x="2752761" y="111376"/>
                    <a:pt x="2742896" y="107295"/>
                    <a:pt x="2733031" y="103214"/>
                  </a:cubicBezTo>
                  <a:cubicBezTo>
                    <a:pt x="2706726" y="90970"/>
                    <a:pt x="2680421" y="76686"/>
                    <a:pt x="2644251" y="82808"/>
                  </a:cubicBezTo>
                  <a:cubicBezTo>
                    <a:pt x="2640963" y="82808"/>
                    <a:pt x="2634387" y="80767"/>
                    <a:pt x="2631098" y="78726"/>
                  </a:cubicBezTo>
                  <a:cubicBezTo>
                    <a:pt x="2621234" y="76686"/>
                    <a:pt x="2614658" y="72605"/>
                    <a:pt x="2601505" y="68523"/>
                  </a:cubicBezTo>
                  <a:cubicBezTo>
                    <a:pt x="2601505" y="74645"/>
                    <a:pt x="2601505" y="76686"/>
                    <a:pt x="2604793" y="80767"/>
                  </a:cubicBezTo>
                  <a:cubicBezTo>
                    <a:pt x="2598217" y="84848"/>
                    <a:pt x="2594929" y="82808"/>
                    <a:pt x="2591641" y="80767"/>
                  </a:cubicBezTo>
                  <a:cubicBezTo>
                    <a:pt x="2588353" y="82808"/>
                    <a:pt x="2585064" y="86889"/>
                    <a:pt x="2581776" y="86889"/>
                  </a:cubicBezTo>
                  <a:cubicBezTo>
                    <a:pt x="2565335" y="90970"/>
                    <a:pt x="2548895" y="93011"/>
                    <a:pt x="2532454" y="97092"/>
                  </a:cubicBezTo>
                  <a:cubicBezTo>
                    <a:pt x="2525878" y="99133"/>
                    <a:pt x="2519301" y="101173"/>
                    <a:pt x="2516013" y="103214"/>
                  </a:cubicBezTo>
                  <a:cubicBezTo>
                    <a:pt x="2502860" y="109336"/>
                    <a:pt x="2492996" y="119539"/>
                    <a:pt x="2469979" y="117498"/>
                  </a:cubicBezTo>
                  <a:cubicBezTo>
                    <a:pt x="2466690" y="117498"/>
                    <a:pt x="2460114" y="121579"/>
                    <a:pt x="2453538" y="121579"/>
                  </a:cubicBezTo>
                  <a:cubicBezTo>
                    <a:pt x="2446962" y="123620"/>
                    <a:pt x="2437097" y="123620"/>
                    <a:pt x="2430521" y="125661"/>
                  </a:cubicBezTo>
                  <a:lnTo>
                    <a:pt x="2423945" y="125661"/>
                  </a:lnTo>
                  <a:cubicBezTo>
                    <a:pt x="2404215" y="129742"/>
                    <a:pt x="2387775" y="133823"/>
                    <a:pt x="2368046" y="135864"/>
                  </a:cubicBezTo>
                  <a:lnTo>
                    <a:pt x="2354893" y="135864"/>
                  </a:lnTo>
                  <a:cubicBezTo>
                    <a:pt x="2338452" y="135864"/>
                    <a:pt x="2325300" y="133823"/>
                    <a:pt x="2308859" y="133823"/>
                  </a:cubicBezTo>
                  <a:cubicBezTo>
                    <a:pt x="2292418" y="133823"/>
                    <a:pt x="2275977" y="137904"/>
                    <a:pt x="2259537" y="137904"/>
                  </a:cubicBezTo>
                  <a:cubicBezTo>
                    <a:pt x="2239807" y="137904"/>
                    <a:pt x="2216790" y="137904"/>
                    <a:pt x="2200350" y="129742"/>
                  </a:cubicBezTo>
                  <a:cubicBezTo>
                    <a:pt x="2197062" y="127701"/>
                    <a:pt x="2187197" y="127701"/>
                    <a:pt x="2180621" y="129742"/>
                  </a:cubicBezTo>
                  <a:cubicBezTo>
                    <a:pt x="2157603" y="131782"/>
                    <a:pt x="2134586" y="133823"/>
                    <a:pt x="2114857" y="137904"/>
                  </a:cubicBezTo>
                  <a:cubicBezTo>
                    <a:pt x="2095128" y="141986"/>
                    <a:pt x="2085264" y="137904"/>
                    <a:pt x="2078688" y="127701"/>
                  </a:cubicBezTo>
                  <a:cubicBezTo>
                    <a:pt x="2075400" y="123620"/>
                    <a:pt x="2068823" y="119539"/>
                    <a:pt x="2062247" y="115458"/>
                  </a:cubicBezTo>
                  <a:cubicBezTo>
                    <a:pt x="2052382" y="111376"/>
                    <a:pt x="2042518" y="105254"/>
                    <a:pt x="2032654" y="105254"/>
                  </a:cubicBezTo>
                  <a:cubicBezTo>
                    <a:pt x="2009636" y="105254"/>
                    <a:pt x="1996484" y="97092"/>
                    <a:pt x="1980043" y="90970"/>
                  </a:cubicBezTo>
                  <a:cubicBezTo>
                    <a:pt x="1953738" y="80767"/>
                    <a:pt x="1930720" y="68523"/>
                    <a:pt x="1897839" y="70564"/>
                  </a:cubicBezTo>
                  <a:lnTo>
                    <a:pt x="1897839" y="60361"/>
                  </a:lnTo>
                  <a:cubicBezTo>
                    <a:pt x="1904415" y="60361"/>
                    <a:pt x="1910992" y="60361"/>
                    <a:pt x="1917568" y="58320"/>
                  </a:cubicBezTo>
                  <a:cubicBezTo>
                    <a:pt x="1907703" y="54239"/>
                    <a:pt x="1907703" y="48117"/>
                    <a:pt x="1901127" y="44036"/>
                  </a:cubicBezTo>
                  <a:cubicBezTo>
                    <a:pt x="1887974" y="37914"/>
                    <a:pt x="1874822" y="35873"/>
                    <a:pt x="1861669" y="31792"/>
                  </a:cubicBezTo>
                  <a:cubicBezTo>
                    <a:pt x="1851805" y="29752"/>
                    <a:pt x="1838652" y="29752"/>
                    <a:pt x="1845228" y="39955"/>
                  </a:cubicBezTo>
                  <a:cubicBezTo>
                    <a:pt x="1828788" y="41995"/>
                    <a:pt x="1815635" y="41995"/>
                    <a:pt x="1809058" y="46077"/>
                  </a:cubicBezTo>
                  <a:cubicBezTo>
                    <a:pt x="1795906" y="52198"/>
                    <a:pt x="1782753" y="48117"/>
                    <a:pt x="1772889" y="44036"/>
                  </a:cubicBezTo>
                  <a:cubicBezTo>
                    <a:pt x="1766312" y="41995"/>
                    <a:pt x="1759736" y="39955"/>
                    <a:pt x="1753160" y="41995"/>
                  </a:cubicBezTo>
                  <a:cubicBezTo>
                    <a:pt x="1713702" y="54239"/>
                    <a:pt x="1674244" y="48117"/>
                    <a:pt x="1634786" y="48117"/>
                  </a:cubicBezTo>
                  <a:cubicBezTo>
                    <a:pt x="1628210" y="48117"/>
                    <a:pt x="1621634" y="46077"/>
                    <a:pt x="1611769" y="46077"/>
                  </a:cubicBezTo>
                  <a:cubicBezTo>
                    <a:pt x="1598616" y="44036"/>
                    <a:pt x="1588752" y="39955"/>
                    <a:pt x="1575599" y="37914"/>
                  </a:cubicBezTo>
                  <a:cubicBezTo>
                    <a:pt x="1562447" y="35873"/>
                    <a:pt x="1546006" y="33833"/>
                    <a:pt x="1532853" y="31792"/>
                  </a:cubicBezTo>
                  <a:lnTo>
                    <a:pt x="1522989" y="31792"/>
                  </a:lnTo>
                  <a:cubicBezTo>
                    <a:pt x="1499972" y="31792"/>
                    <a:pt x="1476955" y="33833"/>
                    <a:pt x="1457226" y="33833"/>
                  </a:cubicBezTo>
                  <a:cubicBezTo>
                    <a:pt x="1440785" y="33833"/>
                    <a:pt x="1424344" y="29752"/>
                    <a:pt x="1404615" y="27711"/>
                  </a:cubicBezTo>
                  <a:cubicBezTo>
                    <a:pt x="1401327" y="11386"/>
                    <a:pt x="1375022" y="15467"/>
                    <a:pt x="1358581" y="7305"/>
                  </a:cubicBezTo>
                  <a:cubicBezTo>
                    <a:pt x="1355293" y="5264"/>
                    <a:pt x="1348716" y="7305"/>
                    <a:pt x="1345428" y="7305"/>
                  </a:cubicBezTo>
                  <a:cubicBezTo>
                    <a:pt x="1325699" y="5264"/>
                    <a:pt x="1312547" y="11386"/>
                    <a:pt x="1305970" y="21589"/>
                  </a:cubicBezTo>
                  <a:cubicBezTo>
                    <a:pt x="1296106" y="31792"/>
                    <a:pt x="1269800" y="35873"/>
                    <a:pt x="1279665" y="52198"/>
                  </a:cubicBezTo>
                  <a:cubicBezTo>
                    <a:pt x="1282953" y="54239"/>
                    <a:pt x="1289529" y="56280"/>
                    <a:pt x="1292818" y="60361"/>
                  </a:cubicBezTo>
                  <a:cubicBezTo>
                    <a:pt x="1292818" y="66483"/>
                    <a:pt x="1289529" y="70564"/>
                    <a:pt x="1279665" y="68523"/>
                  </a:cubicBezTo>
                  <a:cubicBezTo>
                    <a:pt x="1276377" y="68523"/>
                    <a:pt x="1273089" y="72605"/>
                    <a:pt x="1269800" y="74645"/>
                  </a:cubicBezTo>
                  <a:cubicBezTo>
                    <a:pt x="1266512" y="76686"/>
                    <a:pt x="1266512" y="80767"/>
                    <a:pt x="1263224" y="80767"/>
                  </a:cubicBezTo>
                  <a:cubicBezTo>
                    <a:pt x="1243495" y="84848"/>
                    <a:pt x="1230343" y="95051"/>
                    <a:pt x="1207325" y="93011"/>
                  </a:cubicBezTo>
                  <a:lnTo>
                    <a:pt x="1200749" y="93011"/>
                  </a:lnTo>
                  <a:cubicBezTo>
                    <a:pt x="1181020" y="103214"/>
                    <a:pt x="1161291" y="101173"/>
                    <a:pt x="1138274" y="99133"/>
                  </a:cubicBezTo>
                  <a:cubicBezTo>
                    <a:pt x="1128410" y="97092"/>
                    <a:pt x="1115257" y="99133"/>
                    <a:pt x="1102104" y="99133"/>
                  </a:cubicBezTo>
                  <a:cubicBezTo>
                    <a:pt x="1092240" y="99133"/>
                    <a:pt x="1082375" y="99133"/>
                    <a:pt x="1072511" y="95051"/>
                  </a:cubicBezTo>
                  <a:cubicBezTo>
                    <a:pt x="1059358" y="90970"/>
                    <a:pt x="1046206" y="84848"/>
                    <a:pt x="1033053" y="80767"/>
                  </a:cubicBezTo>
                  <a:cubicBezTo>
                    <a:pt x="1019900" y="76686"/>
                    <a:pt x="1003459" y="76686"/>
                    <a:pt x="1003459" y="62402"/>
                  </a:cubicBezTo>
                  <a:cubicBezTo>
                    <a:pt x="1003459" y="60361"/>
                    <a:pt x="996883" y="58320"/>
                    <a:pt x="996883" y="56280"/>
                  </a:cubicBezTo>
                  <a:cubicBezTo>
                    <a:pt x="973866" y="68523"/>
                    <a:pt x="954137" y="78726"/>
                    <a:pt x="934408" y="88930"/>
                  </a:cubicBezTo>
                  <a:cubicBezTo>
                    <a:pt x="924544" y="95051"/>
                    <a:pt x="911391" y="103214"/>
                    <a:pt x="917967" y="113417"/>
                  </a:cubicBezTo>
                  <a:cubicBezTo>
                    <a:pt x="917967" y="115458"/>
                    <a:pt x="914679" y="117498"/>
                    <a:pt x="914679" y="119539"/>
                  </a:cubicBezTo>
                  <a:cubicBezTo>
                    <a:pt x="911391" y="123620"/>
                    <a:pt x="908103" y="127701"/>
                    <a:pt x="901527" y="129742"/>
                  </a:cubicBezTo>
                  <a:cubicBezTo>
                    <a:pt x="894950" y="135864"/>
                    <a:pt x="888374" y="141986"/>
                    <a:pt x="881798" y="150148"/>
                  </a:cubicBezTo>
                  <a:lnTo>
                    <a:pt x="862069" y="162392"/>
                  </a:lnTo>
                  <a:cubicBezTo>
                    <a:pt x="855492" y="168514"/>
                    <a:pt x="848916" y="174635"/>
                    <a:pt x="839052" y="178717"/>
                  </a:cubicBezTo>
                  <a:cubicBezTo>
                    <a:pt x="816034" y="190960"/>
                    <a:pt x="793017" y="203204"/>
                    <a:pt x="766712" y="215448"/>
                  </a:cubicBezTo>
                  <a:cubicBezTo>
                    <a:pt x="753559" y="223610"/>
                    <a:pt x="737119" y="229732"/>
                    <a:pt x="723966" y="237895"/>
                  </a:cubicBezTo>
                  <a:cubicBezTo>
                    <a:pt x="700949" y="250138"/>
                    <a:pt x="674644" y="260341"/>
                    <a:pt x="661491" y="278707"/>
                  </a:cubicBezTo>
                  <a:cubicBezTo>
                    <a:pt x="661491" y="280748"/>
                    <a:pt x="654915" y="282788"/>
                    <a:pt x="651626" y="284829"/>
                  </a:cubicBezTo>
                  <a:cubicBezTo>
                    <a:pt x="635186" y="292991"/>
                    <a:pt x="608880" y="292991"/>
                    <a:pt x="608880" y="309316"/>
                  </a:cubicBezTo>
                  <a:cubicBezTo>
                    <a:pt x="582575" y="309316"/>
                    <a:pt x="569422" y="321560"/>
                    <a:pt x="556270" y="331763"/>
                  </a:cubicBezTo>
                  <a:cubicBezTo>
                    <a:pt x="546405" y="339925"/>
                    <a:pt x="536541" y="350129"/>
                    <a:pt x="523388" y="356250"/>
                  </a:cubicBezTo>
                  <a:cubicBezTo>
                    <a:pt x="510236" y="360332"/>
                    <a:pt x="493795" y="358291"/>
                    <a:pt x="477354" y="358291"/>
                  </a:cubicBezTo>
                  <a:cubicBezTo>
                    <a:pt x="470778" y="358291"/>
                    <a:pt x="464201" y="358291"/>
                    <a:pt x="464201" y="360332"/>
                  </a:cubicBezTo>
                  <a:cubicBezTo>
                    <a:pt x="451049" y="368494"/>
                    <a:pt x="434608" y="374616"/>
                    <a:pt x="424743" y="384819"/>
                  </a:cubicBezTo>
                  <a:cubicBezTo>
                    <a:pt x="414879" y="395022"/>
                    <a:pt x="405014" y="401144"/>
                    <a:pt x="388574" y="403185"/>
                  </a:cubicBezTo>
                  <a:cubicBezTo>
                    <a:pt x="372133" y="405225"/>
                    <a:pt x="355692" y="415428"/>
                    <a:pt x="332675" y="409306"/>
                  </a:cubicBezTo>
                  <a:cubicBezTo>
                    <a:pt x="312946" y="405225"/>
                    <a:pt x="289929" y="409306"/>
                    <a:pt x="276776" y="401144"/>
                  </a:cubicBezTo>
                  <a:cubicBezTo>
                    <a:pt x="250471" y="403185"/>
                    <a:pt x="230742" y="407266"/>
                    <a:pt x="207725" y="409306"/>
                  </a:cubicBezTo>
                  <a:cubicBezTo>
                    <a:pt x="181420" y="413388"/>
                    <a:pt x="151826" y="411347"/>
                    <a:pt x="128809" y="423591"/>
                  </a:cubicBezTo>
                  <a:cubicBezTo>
                    <a:pt x="109080" y="433794"/>
                    <a:pt x="92639" y="443997"/>
                    <a:pt x="63046" y="441956"/>
                  </a:cubicBezTo>
                  <a:cubicBezTo>
                    <a:pt x="66334" y="454200"/>
                    <a:pt x="69622" y="464403"/>
                    <a:pt x="72910" y="476647"/>
                  </a:cubicBezTo>
                  <a:cubicBezTo>
                    <a:pt x="79487" y="509297"/>
                    <a:pt x="86063" y="541947"/>
                    <a:pt x="89351" y="574596"/>
                  </a:cubicBezTo>
                  <a:cubicBezTo>
                    <a:pt x="99216" y="615409"/>
                    <a:pt x="102504" y="654180"/>
                    <a:pt x="95927" y="692952"/>
                  </a:cubicBezTo>
                  <a:cubicBezTo>
                    <a:pt x="89351" y="748049"/>
                    <a:pt x="59758" y="2633579"/>
                    <a:pt x="30164" y="2684594"/>
                  </a:cubicBezTo>
                  <a:lnTo>
                    <a:pt x="571" y="2727447"/>
                  </a:lnTo>
                  <a:cubicBezTo>
                    <a:pt x="-1969" y="2737650"/>
                    <a:pt x="3859" y="2743772"/>
                    <a:pt x="20300" y="2745813"/>
                  </a:cubicBezTo>
                  <a:cubicBezTo>
                    <a:pt x="40029" y="2747854"/>
                    <a:pt x="46605" y="2756016"/>
                    <a:pt x="53181" y="2766219"/>
                  </a:cubicBezTo>
                  <a:cubicBezTo>
                    <a:pt x="59758" y="2782544"/>
                    <a:pt x="49893" y="2798869"/>
                    <a:pt x="63046" y="2815194"/>
                  </a:cubicBezTo>
                  <a:cubicBezTo>
                    <a:pt x="69622" y="2823356"/>
                    <a:pt x="63046" y="2837640"/>
                    <a:pt x="59758" y="2849884"/>
                  </a:cubicBezTo>
                  <a:cubicBezTo>
                    <a:pt x="56469" y="2866209"/>
                    <a:pt x="63046" y="2882534"/>
                    <a:pt x="72910" y="2896818"/>
                  </a:cubicBezTo>
                  <a:cubicBezTo>
                    <a:pt x="95927" y="2921306"/>
                    <a:pt x="99216" y="2949875"/>
                    <a:pt x="99216" y="2976403"/>
                  </a:cubicBezTo>
                  <a:cubicBezTo>
                    <a:pt x="99216" y="2982524"/>
                    <a:pt x="102504" y="2988646"/>
                    <a:pt x="105792" y="2992728"/>
                  </a:cubicBezTo>
                  <a:cubicBezTo>
                    <a:pt x="112368" y="2996809"/>
                    <a:pt x="125521" y="3000890"/>
                    <a:pt x="138673" y="3002931"/>
                  </a:cubicBezTo>
                  <a:lnTo>
                    <a:pt x="217589" y="3027418"/>
                  </a:lnTo>
                  <a:cubicBezTo>
                    <a:pt x="253759" y="3039661"/>
                    <a:pt x="283353" y="3037621"/>
                    <a:pt x="316234" y="3023337"/>
                  </a:cubicBezTo>
                  <a:cubicBezTo>
                    <a:pt x="319522" y="3021296"/>
                    <a:pt x="329387" y="3019255"/>
                    <a:pt x="332675" y="3019255"/>
                  </a:cubicBezTo>
                  <a:cubicBezTo>
                    <a:pt x="355692" y="3021296"/>
                    <a:pt x="378709" y="3021296"/>
                    <a:pt x="398438" y="3033540"/>
                  </a:cubicBezTo>
                  <a:cubicBezTo>
                    <a:pt x="421455" y="3045783"/>
                    <a:pt x="454337" y="3053946"/>
                    <a:pt x="480642" y="3064149"/>
                  </a:cubicBezTo>
                  <a:cubicBezTo>
                    <a:pt x="497083" y="3070271"/>
                    <a:pt x="516812" y="3078433"/>
                    <a:pt x="526676" y="3086596"/>
                  </a:cubicBezTo>
                  <a:cubicBezTo>
                    <a:pt x="533253" y="3090677"/>
                    <a:pt x="539829" y="3094758"/>
                    <a:pt x="546405" y="3096799"/>
                  </a:cubicBezTo>
                  <a:cubicBezTo>
                    <a:pt x="582575" y="3104961"/>
                    <a:pt x="602304" y="3125368"/>
                    <a:pt x="625321" y="3141692"/>
                  </a:cubicBezTo>
                  <a:cubicBezTo>
                    <a:pt x="645050" y="3155977"/>
                    <a:pt x="671355" y="3164139"/>
                    <a:pt x="700949" y="3166180"/>
                  </a:cubicBezTo>
                  <a:cubicBezTo>
                    <a:pt x="733830" y="3170261"/>
                    <a:pt x="766712" y="3172302"/>
                    <a:pt x="799594" y="3176383"/>
                  </a:cubicBezTo>
                  <a:cubicBezTo>
                    <a:pt x="812746" y="3178424"/>
                    <a:pt x="829187" y="3180464"/>
                    <a:pt x="842340" y="3184545"/>
                  </a:cubicBezTo>
                  <a:cubicBezTo>
                    <a:pt x="858780" y="3188627"/>
                    <a:pt x="875221" y="3188627"/>
                    <a:pt x="888374" y="3194749"/>
                  </a:cubicBezTo>
                  <a:cubicBezTo>
                    <a:pt x="908103" y="3204952"/>
                    <a:pt x="927832" y="3211074"/>
                    <a:pt x="954137" y="3206992"/>
                  </a:cubicBezTo>
                  <a:cubicBezTo>
                    <a:pt x="964002" y="3204952"/>
                    <a:pt x="977154" y="3209033"/>
                    <a:pt x="987019" y="3211074"/>
                  </a:cubicBezTo>
                  <a:cubicBezTo>
                    <a:pt x="990307" y="3211074"/>
                    <a:pt x="993595" y="3213114"/>
                    <a:pt x="996883" y="3213114"/>
                  </a:cubicBezTo>
                  <a:cubicBezTo>
                    <a:pt x="1033053" y="3215155"/>
                    <a:pt x="1065935" y="3211074"/>
                    <a:pt x="1098816" y="3206992"/>
                  </a:cubicBezTo>
                  <a:cubicBezTo>
                    <a:pt x="1111969" y="3204952"/>
                    <a:pt x="1125121" y="3202911"/>
                    <a:pt x="1138274" y="3198830"/>
                  </a:cubicBezTo>
                  <a:cubicBezTo>
                    <a:pt x="1174444" y="3188627"/>
                    <a:pt x="1210614" y="3178424"/>
                    <a:pt x="1243495" y="3166180"/>
                  </a:cubicBezTo>
                  <a:cubicBezTo>
                    <a:pt x="1266512" y="3158017"/>
                    <a:pt x="1289529" y="3149855"/>
                    <a:pt x="1315835" y="3158017"/>
                  </a:cubicBezTo>
                  <a:lnTo>
                    <a:pt x="1328987" y="3158017"/>
                  </a:lnTo>
                  <a:cubicBezTo>
                    <a:pt x="1352004" y="3158017"/>
                    <a:pt x="1375022" y="3155977"/>
                    <a:pt x="1394750" y="3153936"/>
                  </a:cubicBezTo>
                  <a:cubicBezTo>
                    <a:pt x="1398039" y="3153936"/>
                    <a:pt x="1404615" y="3153936"/>
                    <a:pt x="1404615" y="3151895"/>
                  </a:cubicBezTo>
                  <a:cubicBezTo>
                    <a:pt x="1414479" y="3143733"/>
                    <a:pt x="1430920" y="3143733"/>
                    <a:pt x="1447361" y="3141692"/>
                  </a:cubicBezTo>
                  <a:cubicBezTo>
                    <a:pt x="1473666" y="3139652"/>
                    <a:pt x="1499972" y="3139652"/>
                    <a:pt x="1519701" y="3129449"/>
                  </a:cubicBezTo>
                  <a:cubicBezTo>
                    <a:pt x="1539430" y="3121286"/>
                    <a:pt x="1559158" y="3119246"/>
                    <a:pt x="1582176" y="3117205"/>
                  </a:cubicBezTo>
                  <a:cubicBezTo>
                    <a:pt x="1585464" y="3117205"/>
                    <a:pt x="1592040" y="3115165"/>
                    <a:pt x="1595328" y="3115165"/>
                  </a:cubicBezTo>
                  <a:cubicBezTo>
                    <a:pt x="1611769" y="3113124"/>
                    <a:pt x="1628210" y="3107002"/>
                    <a:pt x="1641363" y="3109043"/>
                  </a:cubicBezTo>
                  <a:cubicBezTo>
                    <a:pt x="1670956" y="3113124"/>
                    <a:pt x="1684109" y="3107002"/>
                    <a:pt x="1703837" y="3090677"/>
                  </a:cubicBezTo>
                  <a:cubicBezTo>
                    <a:pt x="1707126" y="3086596"/>
                    <a:pt x="1716990" y="3084555"/>
                    <a:pt x="1723566" y="3082514"/>
                  </a:cubicBezTo>
                  <a:cubicBezTo>
                    <a:pt x="1740007" y="3080474"/>
                    <a:pt x="1756448" y="3082514"/>
                    <a:pt x="1772889" y="3080474"/>
                  </a:cubicBezTo>
                  <a:cubicBezTo>
                    <a:pt x="1782753" y="3080474"/>
                    <a:pt x="1792618" y="3074352"/>
                    <a:pt x="1799194" y="3074352"/>
                  </a:cubicBezTo>
                  <a:cubicBezTo>
                    <a:pt x="1825499" y="3076393"/>
                    <a:pt x="1855093" y="3070271"/>
                    <a:pt x="1878110" y="3080474"/>
                  </a:cubicBezTo>
                  <a:cubicBezTo>
                    <a:pt x="1881398" y="3082514"/>
                    <a:pt x="1887974" y="3082514"/>
                    <a:pt x="1894551" y="3082514"/>
                  </a:cubicBezTo>
                  <a:cubicBezTo>
                    <a:pt x="1937297" y="3084555"/>
                    <a:pt x="1973466" y="3092718"/>
                    <a:pt x="2003060" y="3109043"/>
                  </a:cubicBezTo>
                  <a:cubicBezTo>
                    <a:pt x="2012925" y="3115165"/>
                    <a:pt x="2026077" y="3119246"/>
                    <a:pt x="2035942" y="3123327"/>
                  </a:cubicBezTo>
                  <a:cubicBezTo>
                    <a:pt x="2045806" y="3127408"/>
                    <a:pt x="2058959" y="3127408"/>
                    <a:pt x="2068823" y="3129449"/>
                  </a:cubicBezTo>
                  <a:cubicBezTo>
                    <a:pt x="2078688" y="3131489"/>
                    <a:pt x="2085264" y="3133530"/>
                    <a:pt x="2095128" y="3133530"/>
                  </a:cubicBezTo>
                  <a:cubicBezTo>
                    <a:pt x="2111569" y="3133530"/>
                    <a:pt x="2124722" y="3137611"/>
                    <a:pt x="2134586" y="3145774"/>
                  </a:cubicBezTo>
                  <a:cubicBezTo>
                    <a:pt x="2137874" y="3147814"/>
                    <a:pt x="2141163" y="3149855"/>
                    <a:pt x="2144451" y="3153936"/>
                  </a:cubicBezTo>
                  <a:cubicBezTo>
                    <a:pt x="2141163" y="3160058"/>
                    <a:pt x="2160892" y="3176383"/>
                    <a:pt x="2174044" y="3176383"/>
                  </a:cubicBezTo>
                  <a:cubicBezTo>
                    <a:pt x="2197062" y="3176383"/>
                    <a:pt x="2220079" y="3180464"/>
                    <a:pt x="2239807" y="3190667"/>
                  </a:cubicBezTo>
                  <a:cubicBezTo>
                    <a:pt x="2243096" y="3192708"/>
                    <a:pt x="2249672" y="3192708"/>
                    <a:pt x="2256248" y="3190667"/>
                  </a:cubicBezTo>
                  <a:cubicBezTo>
                    <a:pt x="2266113" y="3188627"/>
                    <a:pt x="2272689" y="3188627"/>
                    <a:pt x="2279265" y="3194749"/>
                  </a:cubicBezTo>
                  <a:cubicBezTo>
                    <a:pt x="2282554" y="3196789"/>
                    <a:pt x="2295706" y="3196789"/>
                    <a:pt x="2302282" y="3196789"/>
                  </a:cubicBezTo>
                  <a:cubicBezTo>
                    <a:pt x="2318723" y="3196789"/>
                    <a:pt x="2338452" y="3194749"/>
                    <a:pt x="2354893" y="3196789"/>
                  </a:cubicBezTo>
                  <a:cubicBezTo>
                    <a:pt x="2384487" y="3198830"/>
                    <a:pt x="2410792" y="3200870"/>
                    <a:pt x="2440385" y="3204952"/>
                  </a:cubicBezTo>
                  <a:cubicBezTo>
                    <a:pt x="2446962" y="3204952"/>
                    <a:pt x="2453538" y="3206992"/>
                    <a:pt x="2456826" y="3209033"/>
                  </a:cubicBezTo>
                  <a:cubicBezTo>
                    <a:pt x="2463402" y="3219236"/>
                    <a:pt x="2479843" y="3219236"/>
                    <a:pt x="2489708" y="3221277"/>
                  </a:cubicBezTo>
                  <a:cubicBezTo>
                    <a:pt x="2499572" y="3223317"/>
                    <a:pt x="2512725" y="3225358"/>
                    <a:pt x="2519301" y="3225358"/>
                  </a:cubicBezTo>
                  <a:cubicBezTo>
                    <a:pt x="2522589" y="3223317"/>
                    <a:pt x="2529165" y="3221277"/>
                    <a:pt x="2535742" y="3217195"/>
                  </a:cubicBezTo>
                  <a:cubicBezTo>
                    <a:pt x="2522589" y="3217195"/>
                    <a:pt x="2516013" y="3219236"/>
                    <a:pt x="2509437" y="3219236"/>
                  </a:cubicBezTo>
                  <a:cubicBezTo>
                    <a:pt x="2522589" y="3209033"/>
                    <a:pt x="2535742" y="3206992"/>
                    <a:pt x="2552183" y="3213114"/>
                  </a:cubicBezTo>
                  <a:cubicBezTo>
                    <a:pt x="2571912" y="3223317"/>
                    <a:pt x="2588353" y="3223317"/>
                    <a:pt x="2611370" y="3213114"/>
                  </a:cubicBezTo>
                  <a:lnTo>
                    <a:pt x="2631098" y="3206992"/>
                  </a:lnTo>
                  <a:lnTo>
                    <a:pt x="2631098" y="3196789"/>
                  </a:lnTo>
                  <a:cubicBezTo>
                    <a:pt x="2640963" y="3198830"/>
                    <a:pt x="2650827" y="3202911"/>
                    <a:pt x="2657404" y="3202911"/>
                  </a:cubicBezTo>
                  <a:cubicBezTo>
                    <a:pt x="2677133" y="3196789"/>
                    <a:pt x="2696862" y="3190667"/>
                    <a:pt x="2713303" y="3182505"/>
                  </a:cubicBezTo>
                  <a:cubicBezTo>
                    <a:pt x="2733031" y="3174342"/>
                    <a:pt x="2749472" y="3164139"/>
                    <a:pt x="2765913" y="3155977"/>
                  </a:cubicBezTo>
                  <a:cubicBezTo>
                    <a:pt x="2769201" y="3155977"/>
                    <a:pt x="2769201" y="3153936"/>
                    <a:pt x="2772489" y="3153936"/>
                  </a:cubicBezTo>
                  <a:cubicBezTo>
                    <a:pt x="2795506" y="3149855"/>
                    <a:pt x="2815235" y="3147814"/>
                    <a:pt x="2838253" y="3143733"/>
                  </a:cubicBezTo>
                  <a:cubicBezTo>
                    <a:pt x="2851405" y="3141692"/>
                    <a:pt x="2861270" y="3137611"/>
                    <a:pt x="2874422" y="3135571"/>
                  </a:cubicBezTo>
                  <a:cubicBezTo>
                    <a:pt x="2884287" y="3133530"/>
                    <a:pt x="2890863" y="3133530"/>
                    <a:pt x="2900728" y="3131489"/>
                  </a:cubicBezTo>
                  <a:lnTo>
                    <a:pt x="2933609" y="3131489"/>
                  </a:lnTo>
                  <a:cubicBezTo>
                    <a:pt x="2940186" y="3131489"/>
                    <a:pt x="2950050" y="3131489"/>
                    <a:pt x="2956626" y="3129449"/>
                  </a:cubicBezTo>
                  <a:cubicBezTo>
                    <a:pt x="2959914" y="3125368"/>
                    <a:pt x="2966491" y="3119246"/>
                    <a:pt x="2969779" y="3119246"/>
                  </a:cubicBezTo>
                  <a:cubicBezTo>
                    <a:pt x="2979643" y="3119246"/>
                    <a:pt x="2986220" y="3123327"/>
                    <a:pt x="2996084" y="3125368"/>
                  </a:cubicBezTo>
                  <a:cubicBezTo>
                    <a:pt x="2999372" y="3125368"/>
                    <a:pt x="2999372" y="3127408"/>
                    <a:pt x="2999372" y="3129449"/>
                  </a:cubicBezTo>
                  <a:cubicBezTo>
                    <a:pt x="3012525" y="3137611"/>
                    <a:pt x="3022389" y="3147814"/>
                    <a:pt x="3035542" y="3155977"/>
                  </a:cubicBezTo>
                  <a:cubicBezTo>
                    <a:pt x="3051983" y="3166180"/>
                    <a:pt x="3068424" y="3166180"/>
                    <a:pt x="3078288" y="3160058"/>
                  </a:cubicBezTo>
                  <a:cubicBezTo>
                    <a:pt x="3094729" y="3151895"/>
                    <a:pt x="3107882" y="3145774"/>
                    <a:pt x="3130899" y="3149855"/>
                  </a:cubicBezTo>
                  <a:cubicBezTo>
                    <a:pt x="3134187" y="3149855"/>
                    <a:pt x="3140763" y="3151895"/>
                    <a:pt x="3144051" y="3149855"/>
                  </a:cubicBezTo>
                  <a:cubicBezTo>
                    <a:pt x="3160492" y="3145774"/>
                    <a:pt x="3180221" y="3141692"/>
                    <a:pt x="3196662" y="3135571"/>
                  </a:cubicBezTo>
                  <a:cubicBezTo>
                    <a:pt x="3206526" y="3133530"/>
                    <a:pt x="3219679" y="3133530"/>
                    <a:pt x="3222967" y="3129449"/>
                  </a:cubicBezTo>
                  <a:cubicBezTo>
                    <a:pt x="3232832" y="3117205"/>
                    <a:pt x="3249273" y="3111083"/>
                    <a:pt x="3265713" y="3102921"/>
                  </a:cubicBezTo>
                  <a:cubicBezTo>
                    <a:pt x="3275578" y="3096799"/>
                    <a:pt x="3285442" y="3088636"/>
                    <a:pt x="3295307" y="3086596"/>
                  </a:cubicBezTo>
                  <a:cubicBezTo>
                    <a:pt x="3318324" y="3082514"/>
                    <a:pt x="3334765" y="3070271"/>
                    <a:pt x="3354493" y="3062108"/>
                  </a:cubicBezTo>
                  <a:cubicBezTo>
                    <a:pt x="3370934" y="3055986"/>
                    <a:pt x="3380799" y="3043743"/>
                    <a:pt x="3397240" y="3041702"/>
                  </a:cubicBezTo>
                  <a:cubicBezTo>
                    <a:pt x="3423545" y="3037621"/>
                    <a:pt x="3443274" y="3027418"/>
                    <a:pt x="3466291" y="3017215"/>
                  </a:cubicBezTo>
                  <a:cubicBezTo>
                    <a:pt x="3479444" y="3011093"/>
                    <a:pt x="3495884" y="3007012"/>
                    <a:pt x="3512325" y="3009052"/>
                  </a:cubicBezTo>
                  <a:cubicBezTo>
                    <a:pt x="3522190" y="3011093"/>
                    <a:pt x="3535342" y="3009052"/>
                    <a:pt x="3541919" y="3007012"/>
                  </a:cubicBezTo>
                  <a:cubicBezTo>
                    <a:pt x="3555071" y="3002931"/>
                    <a:pt x="3568224" y="2996809"/>
                    <a:pt x="3581376" y="2992728"/>
                  </a:cubicBezTo>
                  <a:cubicBezTo>
                    <a:pt x="3591241" y="2988646"/>
                    <a:pt x="3601105" y="2984565"/>
                    <a:pt x="3610970" y="2984565"/>
                  </a:cubicBezTo>
                  <a:cubicBezTo>
                    <a:pt x="3643852" y="2982524"/>
                    <a:pt x="3670157" y="2978443"/>
                    <a:pt x="3686598" y="2958037"/>
                  </a:cubicBezTo>
                  <a:cubicBezTo>
                    <a:pt x="3693174" y="2949875"/>
                    <a:pt x="3726056" y="2939671"/>
                    <a:pt x="3739208" y="2943753"/>
                  </a:cubicBezTo>
                  <a:cubicBezTo>
                    <a:pt x="3762226" y="2949875"/>
                    <a:pt x="3778666" y="2945793"/>
                    <a:pt x="3791819" y="2933550"/>
                  </a:cubicBezTo>
                  <a:cubicBezTo>
                    <a:pt x="3801683" y="2927427"/>
                    <a:pt x="3814836" y="2929468"/>
                    <a:pt x="3824700" y="2933550"/>
                  </a:cubicBezTo>
                  <a:cubicBezTo>
                    <a:pt x="3831277" y="2937631"/>
                    <a:pt x="3837853" y="2939671"/>
                    <a:pt x="3844429" y="2939671"/>
                  </a:cubicBezTo>
                  <a:cubicBezTo>
                    <a:pt x="3867447" y="2941712"/>
                    <a:pt x="3893752" y="2939671"/>
                    <a:pt x="3916769" y="2941712"/>
                  </a:cubicBezTo>
                  <a:cubicBezTo>
                    <a:pt x="3936498" y="2943753"/>
                    <a:pt x="3956227" y="2939671"/>
                    <a:pt x="3969380" y="2931509"/>
                  </a:cubicBezTo>
                  <a:cubicBezTo>
                    <a:pt x="3982532" y="2923346"/>
                    <a:pt x="3992397" y="2923346"/>
                    <a:pt x="4012125" y="2927427"/>
                  </a:cubicBezTo>
                  <a:cubicBezTo>
                    <a:pt x="4028566" y="2931509"/>
                    <a:pt x="4041719" y="2941712"/>
                    <a:pt x="4064736" y="2939671"/>
                  </a:cubicBezTo>
                  <a:cubicBezTo>
                    <a:pt x="4084465" y="2937631"/>
                    <a:pt x="4107482" y="2943753"/>
                    <a:pt x="4130499" y="2937631"/>
                  </a:cubicBezTo>
                  <a:lnTo>
                    <a:pt x="4143652" y="2937631"/>
                  </a:lnTo>
                  <a:cubicBezTo>
                    <a:pt x="4163381" y="2941712"/>
                    <a:pt x="4183110" y="2943753"/>
                    <a:pt x="4199551" y="2953956"/>
                  </a:cubicBezTo>
                  <a:cubicBezTo>
                    <a:pt x="4219279" y="2964159"/>
                    <a:pt x="4222568" y="2888656"/>
                    <a:pt x="4242297" y="2896818"/>
                  </a:cubicBezTo>
                  <a:cubicBezTo>
                    <a:pt x="4271890" y="2909062"/>
                    <a:pt x="4265314" y="2896818"/>
                    <a:pt x="4294907" y="2907021"/>
                  </a:cubicBezTo>
                  <a:cubicBezTo>
                    <a:pt x="4317924" y="2913143"/>
                    <a:pt x="4308060" y="2890697"/>
                    <a:pt x="4334365" y="2894778"/>
                  </a:cubicBezTo>
                  <a:cubicBezTo>
                    <a:pt x="4337653" y="2894778"/>
                    <a:pt x="4377111" y="2911103"/>
                    <a:pt x="4377111" y="2909062"/>
                  </a:cubicBezTo>
                  <a:cubicBezTo>
                    <a:pt x="4393552" y="2902940"/>
                    <a:pt x="4409993" y="2841722"/>
                    <a:pt x="4426433" y="2843762"/>
                  </a:cubicBezTo>
                  <a:cubicBezTo>
                    <a:pt x="4459315" y="2849884"/>
                    <a:pt x="4488909" y="2845803"/>
                    <a:pt x="4518502" y="2837640"/>
                  </a:cubicBezTo>
                  <a:cubicBezTo>
                    <a:pt x="4534943" y="2833559"/>
                    <a:pt x="4561248" y="2819275"/>
                    <a:pt x="4574401" y="2825397"/>
                  </a:cubicBezTo>
                  <a:cubicBezTo>
                    <a:pt x="4597418" y="2835600"/>
                    <a:pt x="4620435" y="2839681"/>
                    <a:pt x="4646740" y="2841722"/>
                  </a:cubicBezTo>
                  <a:cubicBezTo>
                    <a:pt x="4650029" y="2841722"/>
                    <a:pt x="4653317" y="2843762"/>
                    <a:pt x="4656605" y="2845803"/>
                  </a:cubicBezTo>
                  <a:cubicBezTo>
                    <a:pt x="4666469" y="2853965"/>
                    <a:pt x="4712503" y="2831519"/>
                    <a:pt x="4722368" y="2839681"/>
                  </a:cubicBezTo>
                  <a:cubicBezTo>
                    <a:pt x="4735521" y="2851925"/>
                    <a:pt x="4748673" y="2864169"/>
                    <a:pt x="4761826" y="2874372"/>
                  </a:cubicBezTo>
                  <a:cubicBezTo>
                    <a:pt x="4768402" y="2878453"/>
                    <a:pt x="4778267" y="2880494"/>
                    <a:pt x="4781555" y="2884575"/>
                  </a:cubicBezTo>
                  <a:cubicBezTo>
                    <a:pt x="4784843" y="2894778"/>
                    <a:pt x="4791420" y="2898859"/>
                    <a:pt x="4807860" y="2898859"/>
                  </a:cubicBezTo>
                  <a:cubicBezTo>
                    <a:pt x="4817725" y="2898859"/>
                    <a:pt x="4827589" y="2900900"/>
                    <a:pt x="4834165" y="2904981"/>
                  </a:cubicBezTo>
                  <a:cubicBezTo>
                    <a:pt x="4850606" y="2911103"/>
                    <a:pt x="4863759" y="2917224"/>
                    <a:pt x="4876911" y="2923346"/>
                  </a:cubicBezTo>
                  <a:cubicBezTo>
                    <a:pt x="4893352" y="2929468"/>
                    <a:pt x="4909793" y="2935590"/>
                    <a:pt x="4916370" y="2945793"/>
                  </a:cubicBezTo>
                  <a:cubicBezTo>
                    <a:pt x="4919658" y="2949875"/>
                    <a:pt x="4922946" y="2951915"/>
                    <a:pt x="4926234" y="2953956"/>
                  </a:cubicBezTo>
                  <a:cubicBezTo>
                    <a:pt x="4939387" y="2962118"/>
                    <a:pt x="4952539" y="2968240"/>
                    <a:pt x="4965692" y="2976403"/>
                  </a:cubicBezTo>
                  <a:cubicBezTo>
                    <a:pt x="4985421" y="2986606"/>
                    <a:pt x="5001861" y="2998849"/>
                    <a:pt x="5021590" y="3009052"/>
                  </a:cubicBezTo>
                  <a:cubicBezTo>
                    <a:pt x="5028167" y="3011093"/>
                    <a:pt x="5034743" y="3015174"/>
                    <a:pt x="5041319" y="3017215"/>
                  </a:cubicBezTo>
                  <a:cubicBezTo>
                    <a:pt x="5054472" y="3021296"/>
                    <a:pt x="5067625" y="3025377"/>
                    <a:pt x="5077489" y="3031499"/>
                  </a:cubicBezTo>
                  <a:cubicBezTo>
                    <a:pt x="5087354" y="3037621"/>
                    <a:pt x="5133388" y="3000890"/>
                    <a:pt x="5139964" y="3009052"/>
                  </a:cubicBezTo>
                  <a:cubicBezTo>
                    <a:pt x="5139964" y="3011093"/>
                    <a:pt x="5143252" y="3011093"/>
                    <a:pt x="5146541" y="3011093"/>
                  </a:cubicBezTo>
                  <a:cubicBezTo>
                    <a:pt x="5166270" y="3021296"/>
                    <a:pt x="5185999" y="3017215"/>
                    <a:pt x="5205727" y="3013134"/>
                  </a:cubicBezTo>
                  <a:cubicBezTo>
                    <a:pt x="5212304" y="3011093"/>
                    <a:pt x="5218880" y="3009052"/>
                    <a:pt x="5222168" y="3011093"/>
                  </a:cubicBezTo>
                  <a:cubicBezTo>
                    <a:pt x="5245186" y="3017215"/>
                    <a:pt x="5261626" y="3031499"/>
                    <a:pt x="5291220" y="3033540"/>
                  </a:cubicBezTo>
                  <a:cubicBezTo>
                    <a:pt x="5291220" y="3033540"/>
                    <a:pt x="5294508" y="3033540"/>
                    <a:pt x="5294508" y="3035580"/>
                  </a:cubicBezTo>
                  <a:cubicBezTo>
                    <a:pt x="5301084" y="3047824"/>
                    <a:pt x="5320813" y="3047824"/>
                    <a:pt x="5337254" y="3049865"/>
                  </a:cubicBezTo>
                  <a:cubicBezTo>
                    <a:pt x="5347118" y="3049865"/>
                    <a:pt x="5356983" y="3051905"/>
                    <a:pt x="5363559" y="3053946"/>
                  </a:cubicBezTo>
                  <a:cubicBezTo>
                    <a:pt x="5383288" y="3060068"/>
                    <a:pt x="5403017" y="3068230"/>
                    <a:pt x="5426034" y="3072311"/>
                  </a:cubicBezTo>
                  <a:cubicBezTo>
                    <a:pt x="5455628" y="3078433"/>
                    <a:pt x="5485221" y="3082514"/>
                    <a:pt x="5508238" y="3092718"/>
                  </a:cubicBezTo>
                  <a:cubicBezTo>
                    <a:pt x="5511526" y="3092718"/>
                    <a:pt x="5514815" y="3092718"/>
                    <a:pt x="5514815" y="3094758"/>
                  </a:cubicBezTo>
                  <a:cubicBezTo>
                    <a:pt x="5524679" y="3098839"/>
                    <a:pt x="5541120" y="3100880"/>
                    <a:pt x="5547696" y="3107002"/>
                  </a:cubicBezTo>
                  <a:cubicBezTo>
                    <a:pt x="5557561" y="3119246"/>
                    <a:pt x="5583865" y="3117205"/>
                    <a:pt x="5597019" y="3127408"/>
                  </a:cubicBezTo>
                  <a:lnTo>
                    <a:pt x="5600306" y="3127408"/>
                  </a:lnTo>
                  <a:cubicBezTo>
                    <a:pt x="5613459" y="3127408"/>
                    <a:pt x="5626612" y="3129449"/>
                    <a:pt x="5643053" y="3129449"/>
                  </a:cubicBezTo>
                  <a:cubicBezTo>
                    <a:pt x="5649629" y="3127408"/>
                    <a:pt x="5659493" y="3123327"/>
                    <a:pt x="5666070" y="3123327"/>
                  </a:cubicBezTo>
                  <a:cubicBezTo>
                    <a:pt x="5695663" y="3129449"/>
                    <a:pt x="5725256" y="3129449"/>
                    <a:pt x="5744986" y="3113124"/>
                  </a:cubicBezTo>
                  <a:cubicBezTo>
                    <a:pt x="5748274" y="3111083"/>
                    <a:pt x="5754850" y="3111083"/>
                    <a:pt x="5761427" y="3111083"/>
                  </a:cubicBezTo>
                  <a:lnTo>
                    <a:pt x="5787732" y="3111083"/>
                  </a:lnTo>
                  <a:cubicBezTo>
                    <a:pt x="5817325" y="3107002"/>
                    <a:pt x="5843631" y="3102921"/>
                    <a:pt x="5873224" y="3100880"/>
                  </a:cubicBezTo>
                  <a:cubicBezTo>
                    <a:pt x="5886377" y="3098839"/>
                    <a:pt x="5902818" y="3102921"/>
                    <a:pt x="5915970" y="3104961"/>
                  </a:cubicBezTo>
                  <a:cubicBezTo>
                    <a:pt x="5929122" y="3107002"/>
                    <a:pt x="5942275" y="3107002"/>
                    <a:pt x="5955428" y="3107002"/>
                  </a:cubicBezTo>
                  <a:cubicBezTo>
                    <a:pt x="5971869" y="3107002"/>
                    <a:pt x="5985022" y="3102921"/>
                    <a:pt x="6001462" y="3102921"/>
                  </a:cubicBezTo>
                  <a:cubicBezTo>
                    <a:pt x="6014615" y="3100880"/>
                    <a:pt x="6031056" y="3100880"/>
                    <a:pt x="6044208" y="3098839"/>
                  </a:cubicBezTo>
                  <a:cubicBezTo>
                    <a:pt x="6073802" y="3094758"/>
                    <a:pt x="6100107" y="3090677"/>
                    <a:pt x="6129700" y="3088636"/>
                  </a:cubicBezTo>
                  <a:cubicBezTo>
                    <a:pt x="6149429" y="3019255"/>
                    <a:pt x="6146141" y="2937631"/>
                    <a:pt x="6146141" y="2853965"/>
                  </a:cubicBezTo>
                  <a:close/>
                </a:path>
              </a:pathLst>
            </a:custGeom>
            <a:blipFill>
              <a:blip r:embed="rId3"/>
              <a:stretch>
                <a:fillRect l="0" t="-3595" r="0" b="-3595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894470" y="1568890"/>
            <a:ext cx="13322810" cy="202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69"/>
              </a:lnSpc>
            </a:pPr>
            <a:r>
              <a:rPr lang="en-US" sz="9454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Diferença entre eventos independentes e mutuamente excludentes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50492" y="3732734"/>
            <a:ext cx="14166788" cy="546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9"/>
              </a:lnSpc>
            </a:pPr>
            <a:r>
              <a:rPr lang="en-US" sz="3227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Eventos Independentes</a:t>
            </a:r>
          </a:p>
          <a:p>
            <a:pPr algn="l" marL="696856" indent="-348428" lvl="1">
              <a:lnSpc>
                <a:spcPts val="4809"/>
              </a:lnSpc>
              <a:buFont typeface="Arial"/>
              <a:buChar char="•"/>
            </a:pPr>
            <a:r>
              <a:rPr lang="en-US" sz="322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ocorrência de um evento não interfere na ocorrência do outro.</a:t>
            </a:r>
          </a:p>
          <a:p>
            <a:pPr algn="l" marL="696856" indent="-348428" lvl="1">
              <a:lnSpc>
                <a:spcPts val="4809"/>
              </a:lnSpc>
              <a:buFont typeface="Arial"/>
              <a:buChar char="•"/>
            </a:pPr>
            <a:r>
              <a:rPr lang="en-US" sz="322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Os dois eventos podem ocorrer simultaneamente.</a:t>
            </a:r>
          </a:p>
          <a:p>
            <a:pPr algn="l">
              <a:lnSpc>
                <a:spcPts val="4809"/>
              </a:lnSpc>
            </a:pPr>
          </a:p>
          <a:p>
            <a:pPr algn="l">
              <a:lnSpc>
                <a:spcPts val="4809"/>
              </a:lnSpc>
            </a:pPr>
            <a:r>
              <a:rPr lang="en-US" sz="3227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Eventos Mutuamente Excludentes</a:t>
            </a:r>
          </a:p>
          <a:p>
            <a:pPr algn="l" marL="696856" indent="-348428" lvl="1">
              <a:lnSpc>
                <a:spcPts val="4809"/>
              </a:lnSpc>
              <a:buFont typeface="Arial"/>
              <a:buChar char="•"/>
            </a:pPr>
            <a:r>
              <a:rPr lang="en-US" sz="322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ocorrência de um evento impede a ocorrência do outro.</a:t>
            </a:r>
          </a:p>
          <a:p>
            <a:pPr algn="l" marL="696856" indent="-348428" lvl="1">
              <a:lnSpc>
                <a:spcPts val="4809"/>
              </a:lnSpc>
              <a:buFont typeface="Arial"/>
              <a:buChar char="•"/>
            </a:pPr>
            <a:r>
              <a:rPr lang="en-US" sz="322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Os dois eventos não podem ocorrer simultaneamente.</a:t>
            </a:r>
          </a:p>
          <a:p>
            <a:pPr algn="l">
              <a:lnSpc>
                <a:spcPts val="4809"/>
              </a:lnSpc>
            </a:pPr>
          </a:p>
          <a:p>
            <a:pPr algn="l">
              <a:lnSpc>
                <a:spcPts val="480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6028" y="928606"/>
            <a:ext cx="16035943" cy="8429788"/>
            <a:chOff x="0" y="0"/>
            <a:chExt cx="6148859" cy="32323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571" y="-1183"/>
              <a:ext cx="6146346" cy="3225358"/>
            </a:xfrm>
            <a:custGeom>
              <a:avLst/>
              <a:gdLst/>
              <a:ahLst/>
              <a:cxnLst/>
              <a:rect r="r" b="b" t="t" l="l"/>
              <a:pathLst>
                <a:path h="3225358" w="6146346">
                  <a:moveTo>
                    <a:pt x="6146141" y="2853965"/>
                  </a:moveTo>
                  <a:cubicBezTo>
                    <a:pt x="6142853" y="2047922"/>
                    <a:pt x="6103395" y="958232"/>
                    <a:pt x="6103395" y="154229"/>
                  </a:cubicBezTo>
                  <a:cubicBezTo>
                    <a:pt x="6103395" y="141986"/>
                    <a:pt x="6106683" y="129742"/>
                    <a:pt x="6106683" y="119539"/>
                  </a:cubicBezTo>
                  <a:cubicBezTo>
                    <a:pt x="6103395" y="117498"/>
                    <a:pt x="6100107" y="117498"/>
                    <a:pt x="6096819" y="115458"/>
                  </a:cubicBezTo>
                  <a:cubicBezTo>
                    <a:pt x="6096819" y="115458"/>
                    <a:pt x="6093530" y="117498"/>
                    <a:pt x="6093530" y="119539"/>
                  </a:cubicBezTo>
                  <a:cubicBezTo>
                    <a:pt x="6086954" y="129742"/>
                    <a:pt x="6073802" y="129742"/>
                    <a:pt x="6060649" y="129742"/>
                  </a:cubicBezTo>
                  <a:cubicBezTo>
                    <a:pt x="6044208" y="127701"/>
                    <a:pt x="6027767" y="117498"/>
                    <a:pt x="6008038" y="121579"/>
                  </a:cubicBezTo>
                  <a:cubicBezTo>
                    <a:pt x="6001462" y="123620"/>
                    <a:pt x="5988309" y="119539"/>
                    <a:pt x="5985022" y="115458"/>
                  </a:cubicBezTo>
                  <a:cubicBezTo>
                    <a:pt x="5975157" y="107295"/>
                    <a:pt x="5962004" y="107295"/>
                    <a:pt x="5948852" y="111376"/>
                  </a:cubicBezTo>
                  <a:cubicBezTo>
                    <a:pt x="5942275" y="113417"/>
                    <a:pt x="5935699" y="111376"/>
                    <a:pt x="5929122" y="111376"/>
                  </a:cubicBezTo>
                  <a:cubicBezTo>
                    <a:pt x="5919258" y="111376"/>
                    <a:pt x="5906105" y="109336"/>
                    <a:pt x="5896241" y="107295"/>
                  </a:cubicBezTo>
                  <a:cubicBezTo>
                    <a:pt x="5892953" y="107295"/>
                    <a:pt x="5886377" y="105254"/>
                    <a:pt x="5883088" y="105254"/>
                  </a:cubicBezTo>
                  <a:cubicBezTo>
                    <a:pt x="5873224" y="103214"/>
                    <a:pt x="5863359" y="97092"/>
                    <a:pt x="5853495" y="105254"/>
                  </a:cubicBezTo>
                  <a:cubicBezTo>
                    <a:pt x="5853495" y="105254"/>
                    <a:pt x="5846918" y="105254"/>
                    <a:pt x="5843631" y="103214"/>
                  </a:cubicBezTo>
                  <a:cubicBezTo>
                    <a:pt x="5840342" y="99133"/>
                    <a:pt x="5837054" y="93011"/>
                    <a:pt x="5833766" y="88930"/>
                  </a:cubicBezTo>
                  <a:cubicBezTo>
                    <a:pt x="5827190" y="82808"/>
                    <a:pt x="5827190" y="72605"/>
                    <a:pt x="5817325" y="68523"/>
                  </a:cubicBezTo>
                  <a:cubicBezTo>
                    <a:pt x="5810749" y="66483"/>
                    <a:pt x="5807461" y="64442"/>
                    <a:pt x="5804173" y="60361"/>
                  </a:cubicBezTo>
                  <a:cubicBezTo>
                    <a:pt x="5804173" y="58320"/>
                    <a:pt x="5797596" y="56280"/>
                    <a:pt x="5797596" y="54239"/>
                  </a:cubicBezTo>
                  <a:lnTo>
                    <a:pt x="5787732" y="48117"/>
                  </a:lnTo>
                  <a:cubicBezTo>
                    <a:pt x="5784444" y="44036"/>
                    <a:pt x="5781155" y="37914"/>
                    <a:pt x="5774579" y="35873"/>
                  </a:cubicBezTo>
                  <a:cubicBezTo>
                    <a:pt x="5761427" y="29752"/>
                    <a:pt x="5758138" y="21589"/>
                    <a:pt x="5764715" y="11386"/>
                  </a:cubicBezTo>
                  <a:cubicBezTo>
                    <a:pt x="5754850" y="9345"/>
                    <a:pt x="5748274" y="5264"/>
                    <a:pt x="5738410" y="5264"/>
                  </a:cubicBezTo>
                  <a:cubicBezTo>
                    <a:pt x="5698951" y="7305"/>
                    <a:pt x="5656206" y="11386"/>
                    <a:pt x="5616747" y="13427"/>
                  </a:cubicBezTo>
                  <a:cubicBezTo>
                    <a:pt x="5610171" y="13427"/>
                    <a:pt x="5600306" y="15467"/>
                    <a:pt x="5597019" y="17508"/>
                  </a:cubicBezTo>
                  <a:cubicBezTo>
                    <a:pt x="5570713" y="27711"/>
                    <a:pt x="5544408" y="19549"/>
                    <a:pt x="5518102" y="17508"/>
                  </a:cubicBezTo>
                  <a:cubicBezTo>
                    <a:pt x="5498374" y="17508"/>
                    <a:pt x="5478645" y="11386"/>
                    <a:pt x="5458916" y="9345"/>
                  </a:cubicBezTo>
                  <a:cubicBezTo>
                    <a:pt x="5435899" y="7305"/>
                    <a:pt x="5416170" y="9345"/>
                    <a:pt x="5393153" y="7305"/>
                  </a:cubicBezTo>
                  <a:cubicBezTo>
                    <a:pt x="5389865" y="7305"/>
                    <a:pt x="5386576" y="5264"/>
                    <a:pt x="5383288" y="3224"/>
                  </a:cubicBezTo>
                  <a:cubicBezTo>
                    <a:pt x="5376712" y="-1357"/>
                    <a:pt x="5363559" y="-87"/>
                    <a:pt x="5356983" y="1183"/>
                  </a:cubicBezTo>
                  <a:cubicBezTo>
                    <a:pt x="5347118" y="5264"/>
                    <a:pt x="5343831" y="11386"/>
                    <a:pt x="5337254" y="17508"/>
                  </a:cubicBezTo>
                  <a:cubicBezTo>
                    <a:pt x="5320813" y="19549"/>
                    <a:pt x="5297796" y="21589"/>
                    <a:pt x="5281355" y="27711"/>
                  </a:cubicBezTo>
                  <a:cubicBezTo>
                    <a:pt x="5268203" y="31792"/>
                    <a:pt x="5261626" y="33833"/>
                    <a:pt x="5251762" y="29752"/>
                  </a:cubicBezTo>
                  <a:lnTo>
                    <a:pt x="5248474" y="31792"/>
                  </a:lnTo>
                  <a:cubicBezTo>
                    <a:pt x="5255050" y="35873"/>
                    <a:pt x="5258338" y="41995"/>
                    <a:pt x="5264914" y="46077"/>
                  </a:cubicBezTo>
                  <a:cubicBezTo>
                    <a:pt x="5255050" y="48117"/>
                    <a:pt x="5241897" y="52198"/>
                    <a:pt x="5235321" y="50158"/>
                  </a:cubicBezTo>
                  <a:cubicBezTo>
                    <a:pt x="5218880" y="48117"/>
                    <a:pt x="5212304" y="52198"/>
                    <a:pt x="5199151" y="56280"/>
                  </a:cubicBezTo>
                  <a:cubicBezTo>
                    <a:pt x="5185999" y="62402"/>
                    <a:pt x="5169558" y="66483"/>
                    <a:pt x="5156405" y="70564"/>
                  </a:cubicBezTo>
                  <a:cubicBezTo>
                    <a:pt x="5153117" y="70564"/>
                    <a:pt x="5149829" y="70564"/>
                    <a:pt x="5146541" y="68523"/>
                  </a:cubicBezTo>
                  <a:cubicBezTo>
                    <a:pt x="5143252" y="68523"/>
                    <a:pt x="5139964" y="66483"/>
                    <a:pt x="5139964" y="66483"/>
                  </a:cubicBezTo>
                  <a:cubicBezTo>
                    <a:pt x="5123523" y="70564"/>
                    <a:pt x="5107083" y="74645"/>
                    <a:pt x="5090642" y="70564"/>
                  </a:cubicBezTo>
                  <a:cubicBezTo>
                    <a:pt x="5087354" y="70564"/>
                    <a:pt x="5087354" y="72605"/>
                    <a:pt x="5084065" y="72605"/>
                  </a:cubicBezTo>
                  <a:cubicBezTo>
                    <a:pt x="5064337" y="76686"/>
                    <a:pt x="5051184" y="90970"/>
                    <a:pt x="5024879" y="90970"/>
                  </a:cubicBezTo>
                  <a:cubicBezTo>
                    <a:pt x="5005150" y="90970"/>
                    <a:pt x="4985421" y="101173"/>
                    <a:pt x="4965692" y="101173"/>
                  </a:cubicBezTo>
                  <a:cubicBezTo>
                    <a:pt x="4942674" y="103214"/>
                    <a:pt x="4922946" y="107295"/>
                    <a:pt x="4903217" y="113417"/>
                  </a:cubicBezTo>
                  <a:cubicBezTo>
                    <a:pt x="4896640" y="115458"/>
                    <a:pt x="4890064" y="115458"/>
                    <a:pt x="4886776" y="115458"/>
                  </a:cubicBezTo>
                  <a:cubicBezTo>
                    <a:pt x="4870335" y="111376"/>
                    <a:pt x="4860470" y="117498"/>
                    <a:pt x="4853894" y="123620"/>
                  </a:cubicBezTo>
                  <a:cubicBezTo>
                    <a:pt x="4837454" y="137904"/>
                    <a:pt x="4811148" y="141986"/>
                    <a:pt x="4788131" y="146067"/>
                  </a:cubicBezTo>
                  <a:cubicBezTo>
                    <a:pt x="4758538" y="150148"/>
                    <a:pt x="4728944" y="152189"/>
                    <a:pt x="4699351" y="154229"/>
                  </a:cubicBezTo>
                  <a:cubicBezTo>
                    <a:pt x="4696063" y="154229"/>
                    <a:pt x="4692775" y="160351"/>
                    <a:pt x="4686199" y="162392"/>
                  </a:cubicBezTo>
                  <a:cubicBezTo>
                    <a:pt x="4682910" y="162392"/>
                    <a:pt x="4679622" y="160351"/>
                    <a:pt x="4679622" y="160351"/>
                  </a:cubicBezTo>
                  <a:cubicBezTo>
                    <a:pt x="4663181" y="172595"/>
                    <a:pt x="4653317" y="190960"/>
                    <a:pt x="4620435" y="188920"/>
                  </a:cubicBezTo>
                  <a:lnTo>
                    <a:pt x="4617147" y="188920"/>
                  </a:lnTo>
                  <a:cubicBezTo>
                    <a:pt x="4590842" y="199123"/>
                    <a:pt x="4564536" y="195042"/>
                    <a:pt x="4541519" y="190960"/>
                  </a:cubicBezTo>
                  <a:cubicBezTo>
                    <a:pt x="4534943" y="190960"/>
                    <a:pt x="4525079" y="186879"/>
                    <a:pt x="4521790" y="182798"/>
                  </a:cubicBezTo>
                  <a:cubicBezTo>
                    <a:pt x="4511926" y="170554"/>
                    <a:pt x="4485620" y="166473"/>
                    <a:pt x="4465891" y="170554"/>
                  </a:cubicBezTo>
                  <a:cubicBezTo>
                    <a:pt x="4449451" y="174635"/>
                    <a:pt x="4433010" y="176676"/>
                    <a:pt x="4416569" y="180757"/>
                  </a:cubicBezTo>
                  <a:cubicBezTo>
                    <a:pt x="4390264" y="184839"/>
                    <a:pt x="4367247" y="186879"/>
                    <a:pt x="4340942" y="178717"/>
                  </a:cubicBezTo>
                  <a:cubicBezTo>
                    <a:pt x="4314636" y="170554"/>
                    <a:pt x="4294907" y="176676"/>
                    <a:pt x="4281755" y="195042"/>
                  </a:cubicBezTo>
                  <a:cubicBezTo>
                    <a:pt x="4271890" y="207285"/>
                    <a:pt x="4245585" y="209326"/>
                    <a:pt x="4229144" y="199123"/>
                  </a:cubicBezTo>
                  <a:cubicBezTo>
                    <a:pt x="4219279" y="193001"/>
                    <a:pt x="4212703" y="195042"/>
                    <a:pt x="4202839" y="199123"/>
                  </a:cubicBezTo>
                  <a:lnTo>
                    <a:pt x="4183110" y="211367"/>
                  </a:lnTo>
                  <a:cubicBezTo>
                    <a:pt x="4179822" y="213407"/>
                    <a:pt x="4173245" y="213407"/>
                    <a:pt x="4169957" y="213407"/>
                  </a:cubicBezTo>
                  <a:lnTo>
                    <a:pt x="4150228" y="213407"/>
                  </a:lnTo>
                  <a:cubicBezTo>
                    <a:pt x="4137075" y="213407"/>
                    <a:pt x="4123923" y="211367"/>
                    <a:pt x="4110770" y="209326"/>
                  </a:cubicBezTo>
                  <a:cubicBezTo>
                    <a:pt x="4094330" y="207285"/>
                    <a:pt x="4081177" y="201163"/>
                    <a:pt x="4064736" y="199123"/>
                  </a:cubicBezTo>
                  <a:cubicBezTo>
                    <a:pt x="4038431" y="197082"/>
                    <a:pt x="4031854" y="182798"/>
                    <a:pt x="4021990" y="172595"/>
                  </a:cubicBezTo>
                  <a:cubicBezTo>
                    <a:pt x="4015414" y="166473"/>
                    <a:pt x="4002261" y="158310"/>
                    <a:pt x="3989109" y="160351"/>
                  </a:cubicBezTo>
                  <a:cubicBezTo>
                    <a:pt x="3975956" y="164432"/>
                    <a:pt x="3962803" y="160351"/>
                    <a:pt x="3952939" y="158310"/>
                  </a:cubicBezTo>
                  <a:cubicBezTo>
                    <a:pt x="3949650" y="158310"/>
                    <a:pt x="3943074" y="156270"/>
                    <a:pt x="3939786" y="156270"/>
                  </a:cubicBezTo>
                  <a:cubicBezTo>
                    <a:pt x="3916769" y="152189"/>
                    <a:pt x="3900328" y="160351"/>
                    <a:pt x="3883887" y="170554"/>
                  </a:cubicBezTo>
                  <a:lnTo>
                    <a:pt x="3870735" y="178717"/>
                  </a:lnTo>
                  <a:cubicBezTo>
                    <a:pt x="3867447" y="180757"/>
                    <a:pt x="3867447" y="184839"/>
                    <a:pt x="3864158" y="186879"/>
                  </a:cubicBezTo>
                  <a:cubicBezTo>
                    <a:pt x="3844429" y="197082"/>
                    <a:pt x="3824700" y="193001"/>
                    <a:pt x="3801683" y="186879"/>
                  </a:cubicBezTo>
                  <a:cubicBezTo>
                    <a:pt x="3781954" y="180757"/>
                    <a:pt x="3758937" y="186879"/>
                    <a:pt x="3752361" y="199123"/>
                  </a:cubicBezTo>
                  <a:cubicBezTo>
                    <a:pt x="3749073" y="207285"/>
                    <a:pt x="3745785" y="213407"/>
                    <a:pt x="3729344" y="217488"/>
                  </a:cubicBezTo>
                  <a:cubicBezTo>
                    <a:pt x="3712903" y="223610"/>
                    <a:pt x="3693174" y="227691"/>
                    <a:pt x="3689886" y="241976"/>
                  </a:cubicBezTo>
                  <a:cubicBezTo>
                    <a:pt x="3689886" y="244016"/>
                    <a:pt x="3686598" y="246057"/>
                    <a:pt x="3683309" y="246057"/>
                  </a:cubicBezTo>
                  <a:cubicBezTo>
                    <a:pt x="3673445" y="248098"/>
                    <a:pt x="3666869" y="250138"/>
                    <a:pt x="3657004" y="252179"/>
                  </a:cubicBezTo>
                  <a:lnTo>
                    <a:pt x="3627411" y="252179"/>
                  </a:lnTo>
                  <a:cubicBezTo>
                    <a:pt x="3607682" y="250138"/>
                    <a:pt x="3587953" y="246057"/>
                    <a:pt x="3568224" y="244016"/>
                  </a:cubicBezTo>
                  <a:cubicBezTo>
                    <a:pt x="3545207" y="241976"/>
                    <a:pt x="3525478" y="250138"/>
                    <a:pt x="3502461" y="252179"/>
                  </a:cubicBezTo>
                  <a:lnTo>
                    <a:pt x="3499173" y="254219"/>
                  </a:lnTo>
                  <a:cubicBezTo>
                    <a:pt x="3492597" y="260341"/>
                    <a:pt x="3482732" y="258301"/>
                    <a:pt x="3476156" y="254219"/>
                  </a:cubicBezTo>
                  <a:cubicBezTo>
                    <a:pt x="3463003" y="246057"/>
                    <a:pt x="3439985" y="244016"/>
                    <a:pt x="3423545" y="248098"/>
                  </a:cubicBezTo>
                  <a:cubicBezTo>
                    <a:pt x="3403816" y="254219"/>
                    <a:pt x="3384087" y="258301"/>
                    <a:pt x="3364358" y="262382"/>
                  </a:cubicBezTo>
                  <a:cubicBezTo>
                    <a:pt x="3357782" y="262382"/>
                    <a:pt x="3351206" y="260341"/>
                    <a:pt x="3347917" y="260341"/>
                  </a:cubicBezTo>
                  <a:cubicBezTo>
                    <a:pt x="3341341" y="260341"/>
                    <a:pt x="3331477" y="258301"/>
                    <a:pt x="3328188" y="260341"/>
                  </a:cubicBezTo>
                  <a:cubicBezTo>
                    <a:pt x="3301883" y="272585"/>
                    <a:pt x="3275578" y="268504"/>
                    <a:pt x="3252560" y="260341"/>
                  </a:cubicBezTo>
                  <a:cubicBezTo>
                    <a:pt x="3239408" y="256260"/>
                    <a:pt x="3219679" y="252179"/>
                    <a:pt x="3213103" y="239935"/>
                  </a:cubicBezTo>
                  <a:cubicBezTo>
                    <a:pt x="3209814" y="231773"/>
                    <a:pt x="3196662" y="223610"/>
                    <a:pt x="3186797" y="217488"/>
                  </a:cubicBezTo>
                  <a:cubicBezTo>
                    <a:pt x="3170357" y="207285"/>
                    <a:pt x="3153916" y="193001"/>
                    <a:pt x="3124322" y="193001"/>
                  </a:cubicBezTo>
                  <a:cubicBezTo>
                    <a:pt x="3117746" y="193001"/>
                    <a:pt x="3111170" y="184839"/>
                    <a:pt x="3107882" y="186879"/>
                  </a:cubicBezTo>
                  <a:cubicBezTo>
                    <a:pt x="3094729" y="188920"/>
                    <a:pt x="3094729" y="184839"/>
                    <a:pt x="3088153" y="180757"/>
                  </a:cubicBezTo>
                  <a:cubicBezTo>
                    <a:pt x="3081577" y="176676"/>
                    <a:pt x="3071712" y="172595"/>
                    <a:pt x="3065136" y="166473"/>
                  </a:cubicBezTo>
                  <a:cubicBezTo>
                    <a:pt x="3055271" y="158310"/>
                    <a:pt x="3045406" y="148107"/>
                    <a:pt x="3035542" y="139945"/>
                  </a:cubicBezTo>
                  <a:cubicBezTo>
                    <a:pt x="3025678" y="131782"/>
                    <a:pt x="3019101" y="121579"/>
                    <a:pt x="3009237" y="113417"/>
                  </a:cubicBezTo>
                  <a:cubicBezTo>
                    <a:pt x="3005949" y="111376"/>
                    <a:pt x="2996084" y="109336"/>
                    <a:pt x="2992796" y="111376"/>
                  </a:cubicBezTo>
                  <a:lnTo>
                    <a:pt x="2953338" y="123620"/>
                  </a:lnTo>
                  <a:cubicBezTo>
                    <a:pt x="2946762" y="125661"/>
                    <a:pt x="2943474" y="129742"/>
                    <a:pt x="2940186" y="133823"/>
                  </a:cubicBezTo>
                  <a:lnTo>
                    <a:pt x="2936897" y="131782"/>
                  </a:lnTo>
                  <a:cubicBezTo>
                    <a:pt x="2940186" y="125661"/>
                    <a:pt x="2943474" y="119539"/>
                    <a:pt x="2946762" y="117498"/>
                  </a:cubicBezTo>
                  <a:lnTo>
                    <a:pt x="2907304" y="111376"/>
                  </a:lnTo>
                  <a:cubicBezTo>
                    <a:pt x="2897439" y="109336"/>
                    <a:pt x="2880998" y="109336"/>
                    <a:pt x="2874422" y="109336"/>
                  </a:cubicBezTo>
                  <a:lnTo>
                    <a:pt x="2821812" y="109336"/>
                  </a:lnTo>
                  <a:cubicBezTo>
                    <a:pt x="2802083" y="109336"/>
                    <a:pt x="2785642" y="107295"/>
                    <a:pt x="2765913" y="109336"/>
                  </a:cubicBezTo>
                  <a:cubicBezTo>
                    <a:pt x="2752761" y="111376"/>
                    <a:pt x="2742896" y="107295"/>
                    <a:pt x="2733031" y="103214"/>
                  </a:cubicBezTo>
                  <a:cubicBezTo>
                    <a:pt x="2706726" y="90970"/>
                    <a:pt x="2680421" y="76686"/>
                    <a:pt x="2644251" y="82808"/>
                  </a:cubicBezTo>
                  <a:cubicBezTo>
                    <a:pt x="2640963" y="82808"/>
                    <a:pt x="2634387" y="80767"/>
                    <a:pt x="2631098" y="78726"/>
                  </a:cubicBezTo>
                  <a:cubicBezTo>
                    <a:pt x="2621234" y="76686"/>
                    <a:pt x="2614658" y="72605"/>
                    <a:pt x="2601505" y="68523"/>
                  </a:cubicBezTo>
                  <a:cubicBezTo>
                    <a:pt x="2601505" y="74645"/>
                    <a:pt x="2601505" y="76686"/>
                    <a:pt x="2604793" y="80767"/>
                  </a:cubicBezTo>
                  <a:cubicBezTo>
                    <a:pt x="2598217" y="84848"/>
                    <a:pt x="2594929" y="82808"/>
                    <a:pt x="2591641" y="80767"/>
                  </a:cubicBezTo>
                  <a:cubicBezTo>
                    <a:pt x="2588353" y="82808"/>
                    <a:pt x="2585064" y="86889"/>
                    <a:pt x="2581776" y="86889"/>
                  </a:cubicBezTo>
                  <a:cubicBezTo>
                    <a:pt x="2565335" y="90970"/>
                    <a:pt x="2548895" y="93011"/>
                    <a:pt x="2532454" y="97092"/>
                  </a:cubicBezTo>
                  <a:cubicBezTo>
                    <a:pt x="2525878" y="99133"/>
                    <a:pt x="2519301" y="101173"/>
                    <a:pt x="2516013" y="103214"/>
                  </a:cubicBezTo>
                  <a:cubicBezTo>
                    <a:pt x="2502860" y="109336"/>
                    <a:pt x="2492996" y="119539"/>
                    <a:pt x="2469979" y="117498"/>
                  </a:cubicBezTo>
                  <a:cubicBezTo>
                    <a:pt x="2466690" y="117498"/>
                    <a:pt x="2460114" y="121579"/>
                    <a:pt x="2453538" y="121579"/>
                  </a:cubicBezTo>
                  <a:cubicBezTo>
                    <a:pt x="2446962" y="123620"/>
                    <a:pt x="2437097" y="123620"/>
                    <a:pt x="2430521" y="125661"/>
                  </a:cubicBezTo>
                  <a:lnTo>
                    <a:pt x="2423945" y="125661"/>
                  </a:lnTo>
                  <a:cubicBezTo>
                    <a:pt x="2404215" y="129742"/>
                    <a:pt x="2387775" y="133823"/>
                    <a:pt x="2368046" y="135864"/>
                  </a:cubicBezTo>
                  <a:lnTo>
                    <a:pt x="2354893" y="135864"/>
                  </a:lnTo>
                  <a:cubicBezTo>
                    <a:pt x="2338452" y="135864"/>
                    <a:pt x="2325300" y="133823"/>
                    <a:pt x="2308859" y="133823"/>
                  </a:cubicBezTo>
                  <a:cubicBezTo>
                    <a:pt x="2292418" y="133823"/>
                    <a:pt x="2275977" y="137904"/>
                    <a:pt x="2259537" y="137904"/>
                  </a:cubicBezTo>
                  <a:cubicBezTo>
                    <a:pt x="2239807" y="137904"/>
                    <a:pt x="2216790" y="137904"/>
                    <a:pt x="2200350" y="129742"/>
                  </a:cubicBezTo>
                  <a:cubicBezTo>
                    <a:pt x="2197062" y="127701"/>
                    <a:pt x="2187197" y="127701"/>
                    <a:pt x="2180621" y="129742"/>
                  </a:cubicBezTo>
                  <a:cubicBezTo>
                    <a:pt x="2157603" y="131782"/>
                    <a:pt x="2134586" y="133823"/>
                    <a:pt x="2114857" y="137904"/>
                  </a:cubicBezTo>
                  <a:cubicBezTo>
                    <a:pt x="2095128" y="141986"/>
                    <a:pt x="2085264" y="137904"/>
                    <a:pt x="2078688" y="127701"/>
                  </a:cubicBezTo>
                  <a:cubicBezTo>
                    <a:pt x="2075400" y="123620"/>
                    <a:pt x="2068823" y="119539"/>
                    <a:pt x="2062247" y="115458"/>
                  </a:cubicBezTo>
                  <a:cubicBezTo>
                    <a:pt x="2052382" y="111376"/>
                    <a:pt x="2042518" y="105254"/>
                    <a:pt x="2032654" y="105254"/>
                  </a:cubicBezTo>
                  <a:cubicBezTo>
                    <a:pt x="2009636" y="105254"/>
                    <a:pt x="1996484" y="97092"/>
                    <a:pt x="1980043" y="90970"/>
                  </a:cubicBezTo>
                  <a:cubicBezTo>
                    <a:pt x="1953738" y="80767"/>
                    <a:pt x="1930720" y="68523"/>
                    <a:pt x="1897839" y="70564"/>
                  </a:cubicBezTo>
                  <a:lnTo>
                    <a:pt x="1897839" y="60361"/>
                  </a:lnTo>
                  <a:cubicBezTo>
                    <a:pt x="1904415" y="60361"/>
                    <a:pt x="1910992" y="60361"/>
                    <a:pt x="1917568" y="58320"/>
                  </a:cubicBezTo>
                  <a:cubicBezTo>
                    <a:pt x="1907703" y="54239"/>
                    <a:pt x="1907703" y="48117"/>
                    <a:pt x="1901127" y="44036"/>
                  </a:cubicBezTo>
                  <a:cubicBezTo>
                    <a:pt x="1887974" y="37914"/>
                    <a:pt x="1874822" y="35873"/>
                    <a:pt x="1861669" y="31792"/>
                  </a:cubicBezTo>
                  <a:cubicBezTo>
                    <a:pt x="1851805" y="29752"/>
                    <a:pt x="1838652" y="29752"/>
                    <a:pt x="1845228" y="39955"/>
                  </a:cubicBezTo>
                  <a:cubicBezTo>
                    <a:pt x="1828788" y="41995"/>
                    <a:pt x="1815635" y="41995"/>
                    <a:pt x="1809058" y="46077"/>
                  </a:cubicBezTo>
                  <a:cubicBezTo>
                    <a:pt x="1795906" y="52198"/>
                    <a:pt x="1782753" y="48117"/>
                    <a:pt x="1772889" y="44036"/>
                  </a:cubicBezTo>
                  <a:cubicBezTo>
                    <a:pt x="1766312" y="41995"/>
                    <a:pt x="1759736" y="39955"/>
                    <a:pt x="1753160" y="41995"/>
                  </a:cubicBezTo>
                  <a:cubicBezTo>
                    <a:pt x="1713702" y="54239"/>
                    <a:pt x="1674244" y="48117"/>
                    <a:pt x="1634786" y="48117"/>
                  </a:cubicBezTo>
                  <a:cubicBezTo>
                    <a:pt x="1628210" y="48117"/>
                    <a:pt x="1621634" y="46077"/>
                    <a:pt x="1611769" y="46077"/>
                  </a:cubicBezTo>
                  <a:cubicBezTo>
                    <a:pt x="1598616" y="44036"/>
                    <a:pt x="1588752" y="39955"/>
                    <a:pt x="1575599" y="37914"/>
                  </a:cubicBezTo>
                  <a:cubicBezTo>
                    <a:pt x="1562447" y="35873"/>
                    <a:pt x="1546006" y="33833"/>
                    <a:pt x="1532853" y="31792"/>
                  </a:cubicBezTo>
                  <a:lnTo>
                    <a:pt x="1522989" y="31792"/>
                  </a:lnTo>
                  <a:cubicBezTo>
                    <a:pt x="1499972" y="31792"/>
                    <a:pt x="1476955" y="33833"/>
                    <a:pt x="1457226" y="33833"/>
                  </a:cubicBezTo>
                  <a:cubicBezTo>
                    <a:pt x="1440785" y="33833"/>
                    <a:pt x="1424344" y="29752"/>
                    <a:pt x="1404615" y="27711"/>
                  </a:cubicBezTo>
                  <a:cubicBezTo>
                    <a:pt x="1401327" y="11386"/>
                    <a:pt x="1375022" y="15467"/>
                    <a:pt x="1358581" y="7305"/>
                  </a:cubicBezTo>
                  <a:cubicBezTo>
                    <a:pt x="1355293" y="5264"/>
                    <a:pt x="1348716" y="7305"/>
                    <a:pt x="1345428" y="7305"/>
                  </a:cubicBezTo>
                  <a:cubicBezTo>
                    <a:pt x="1325699" y="5264"/>
                    <a:pt x="1312547" y="11386"/>
                    <a:pt x="1305970" y="21589"/>
                  </a:cubicBezTo>
                  <a:cubicBezTo>
                    <a:pt x="1296106" y="31792"/>
                    <a:pt x="1269800" y="35873"/>
                    <a:pt x="1279665" y="52198"/>
                  </a:cubicBezTo>
                  <a:cubicBezTo>
                    <a:pt x="1282953" y="54239"/>
                    <a:pt x="1289529" y="56280"/>
                    <a:pt x="1292818" y="60361"/>
                  </a:cubicBezTo>
                  <a:cubicBezTo>
                    <a:pt x="1292818" y="66483"/>
                    <a:pt x="1289529" y="70564"/>
                    <a:pt x="1279665" y="68523"/>
                  </a:cubicBezTo>
                  <a:cubicBezTo>
                    <a:pt x="1276377" y="68523"/>
                    <a:pt x="1273089" y="72605"/>
                    <a:pt x="1269800" y="74645"/>
                  </a:cubicBezTo>
                  <a:cubicBezTo>
                    <a:pt x="1266512" y="76686"/>
                    <a:pt x="1266512" y="80767"/>
                    <a:pt x="1263224" y="80767"/>
                  </a:cubicBezTo>
                  <a:cubicBezTo>
                    <a:pt x="1243495" y="84848"/>
                    <a:pt x="1230343" y="95051"/>
                    <a:pt x="1207325" y="93011"/>
                  </a:cubicBezTo>
                  <a:lnTo>
                    <a:pt x="1200749" y="93011"/>
                  </a:lnTo>
                  <a:cubicBezTo>
                    <a:pt x="1181020" y="103214"/>
                    <a:pt x="1161291" y="101173"/>
                    <a:pt x="1138274" y="99133"/>
                  </a:cubicBezTo>
                  <a:cubicBezTo>
                    <a:pt x="1128410" y="97092"/>
                    <a:pt x="1115257" y="99133"/>
                    <a:pt x="1102104" y="99133"/>
                  </a:cubicBezTo>
                  <a:cubicBezTo>
                    <a:pt x="1092240" y="99133"/>
                    <a:pt x="1082375" y="99133"/>
                    <a:pt x="1072511" y="95051"/>
                  </a:cubicBezTo>
                  <a:cubicBezTo>
                    <a:pt x="1059358" y="90970"/>
                    <a:pt x="1046206" y="84848"/>
                    <a:pt x="1033053" y="80767"/>
                  </a:cubicBezTo>
                  <a:cubicBezTo>
                    <a:pt x="1019900" y="76686"/>
                    <a:pt x="1003459" y="76686"/>
                    <a:pt x="1003459" y="62402"/>
                  </a:cubicBezTo>
                  <a:cubicBezTo>
                    <a:pt x="1003459" y="60361"/>
                    <a:pt x="996883" y="58320"/>
                    <a:pt x="996883" y="56280"/>
                  </a:cubicBezTo>
                  <a:cubicBezTo>
                    <a:pt x="973866" y="68523"/>
                    <a:pt x="954137" y="78726"/>
                    <a:pt x="934408" y="88930"/>
                  </a:cubicBezTo>
                  <a:cubicBezTo>
                    <a:pt x="924544" y="95051"/>
                    <a:pt x="911391" y="103214"/>
                    <a:pt x="917967" y="113417"/>
                  </a:cubicBezTo>
                  <a:cubicBezTo>
                    <a:pt x="917967" y="115458"/>
                    <a:pt x="914679" y="117498"/>
                    <a:pt x="914679" y="119539"/>
                  </a:cubicBezTo>
                  <a:cubicBezTo>
                    <a:pt x="911391" y="123620"/>
                    <a:pt x="908103" y="127701"/>
                    <a:pt x="901527" y="129742"/>
                  </a:cubicBezTo>
                  <a:cubicBezTo>
                    <a:pt x="894950" y="135864"/>
                    <a:pt x="888374" y="141986"/>
                    <a:pt x="881798" y="150148"/>
                  </a:cubicBezTo>
                  <a:lnTo>
                    <a:pt x="862069" y="162392"/>
                  </a:lnTo>
                  <a:cubicBezTo>
                    <a:pt x="855492" y="168514"/>
                    <a:pt x="848916" y="174635"/>
                    <a:pt x="839052" y="178717"/>
                  </a:cubicBezTo>
                  <a:cubicBezTo>
                    <a:pt x="816034" y="190960"/>
                    <a:pt x="793017" y="203204"/>
                    <a:pt x="766712" y="215448"/>
                  </a:cubicBezTo>
                  <a:cubicBezTo>
                    <a:pt x="753559" y="223610"/>
                    <a:pt x="737119" y="229732"/>
                    <a:pt x="723966" y="237895"/>
                  </a:cubicBezTo>
                  <a:cubicBezTo>
                    <a:pt x="700949" y="250138"/>
                    <a:pt x="674644" y="260341"/>
                    <a:pt x="661491" y="278707"/>
                  </a:cubicBezTo>
                  <a:cubicBezTo>
                    <a:pt x="661491" y="280748"/>
                    <a:pt x="654915" y="282788"/>
                    <a:pt x="651626" y="284829"/>
                  </a:cubicBezTo>
                  <a:cubicBezTo>
                    <a:pt x="635186" y="292991"/>
                    <a:pt x="608880" y="292991"/>
                    <a:pt x="608880" y="309316"/>
                  </a:cubicBezTo>
                  <a:cubicBezTo>
                    <a:pt x="582575" y="309316"/>
                    <a:pt x="569422" y="321560"/>
                    <a:pt x="556270" y="331763"/>
                  </a:cubicBezTo>
                  <a:cubicBezTo>
                    <a:pt x="546405" y="339925"/>
                    <a:pt x="536541" y="350129"/>
                    <a:pt x="523388" y="356250"/>
                  </a:cubicBezTo>
                  <a:cubicBezTo>
                    <a:pt x="510236" y="360332"/>
                    <a:pt x="493795" y="358291"/>
                    <a:pt x="477354" y="358291"/>
                  </a:cubicBezTo>
                  <a:cubicBezTo>
                    <a:pt x="470778" y="358291"/>
                    <a:pt x="464201" y="358291"/>
                    <a:pt x="464201" y="360332"/>
                  </a:cubicBezTo>
                  <a:cubicBezTo>
                    <a:pt x="451049" y="368494"/>
                    <a:pt x="434608" y="374616"/>
                    <a:pt x="424743" y="384819"/>
                  </a:cubicBezTo>
                  <a:cubicBezTo>
                    <a:pt x="414879" y="395022"/>
                    <a:pt x="405014" y="401144"/>
                    <a:pt x="388574" y="403185"/>
                  </a:cubicBezTo>
                  <a:cubicBezTo>
                    <a:pt x="372133" y="405225"/>
                    <a:pt x="355692" y="415428"/>
                    <a:pt x="332675" y="409306"/>
                  </a:cubicBezTo>
                  <a:cubicBezTo>
                    <a:pt x="312946" y="405225"/>
                    <a:pt x="289929" y="409306"/>
                    <a:pt x="276776" y="401144"/>
                  </a:cubicBezTo>
                  <a:cubicBezTo>
                    <a:pt x="250471" y="403185"/>
                    <a:pt x="230742" y="407266"/>
                    <a:pt x="207725" y="409306"/>
                  </a:cubicBezTo>
                  <a:cubicBezTo>
                    <a:pt x="181420" y="413388"/>
                    <a:pt x="151826" y="411347"/>
                    <a:pt x="128809" y="423591"/>
                  </a:cubicBezTo>
                  <a:cubicBezTo>
                    <a:pt x="109080" y="433794"/>
                    <a:pt x="92639" y="443997"/>
                    <a:pt x="63046" y="441956"/>
                  </a:cubicBezTo>
                  <a:cubicBezTo>
                    <a:pt x="66334" y="454200"/>
                    <a:pt x="69622" y="464403"/>
                    <a:pt x="72910" y="476647"/>
                  </a:cubicBezTo>
                  <a:cubicBezTo>
                    <a:pt x="79487" y="509297"/>
                    <a:pt x="86063" y="541947"/>
                    <a:pt x="89351" y="574596"/>
                  </a:cubicBezTo>
                  <a:cubicBezTo>
                    <a:pt x="99216" y="615409"/>
                    <a:pt x="102504" y="654180"/>
                    <a:pt x="95927" y="692952"/>
                  </a:cubicBezTo>
                  <a:cubicBezTo>
                    <a:pt x="89351" y="748049"/>
                    <a:pt x="59758" y="2633579"/>
                    <a:pt x="30164" y="2684594"/>
                  </a:cubicBezTo>
                  <a:lnTo>
                    <a:pt x="571" y="2727447"/>
                  </a:lnTo>
                  <a:cubicBezTo>
                    <a:pt x="-1969" y="2737650"/>
                    <a:pt x="3859" y="2743772"/>
                    <a:pt x="20300" y="2745813"/>
                  </a:cubicBezTo>
                  <a:cubicBezTo>
                    <a:pt x="40029" y="2747854"/>
                    <a:pt x="46605" y="2756016"/>
                    <a:pt x="53181" y="2766219"/>
                  </a:cubicBezTo>
                  <a:cubicBezTo>
                    <a:pt x="59758" y="2782544"/>
                    <a:pt x="49893" y="2798869"/>
                    <a:pt x="63046" y="2815194"/>
                  </a:cubicBezTo>
                  <a:cubicBezTo>
                    <a:pt x="69622" y="2823356"/>
                    <a:pt x="63046" y="2837640"/>
                    <a:pt x="59758" y="2849884"/>
                  </a:cubicBezTo>
                  <a:cubicBezTo>
                    <a:pt x="56469" y="2866209"/>
                    <a:pt x="63046" y="2882534"/>
                    <a:pt x="72910" y="2896818"/>
                  </a:cubicBezTo>
                  <a:cubicBezTo>
                    <a:pt x="95927" y="2921306"/>
                    <a:pt x="99216" y="2949875"/>
                    <a:pt x="99216" y="2976403"/>
                  </a:cubicBezTo>
                  <a:cubicBezTo>
                    <a:pt x="99216" y="2982524"/>
                    <a:pt x="102504" y="2988646"/>
                    <a:pt x="105792" y="2992728"/>
                  </a:cubicBezTo>
                  <a:cubicBezTo>
                    <a:pt x="112368" y="2996809"/>
                    <a:pt x="125521" y="3000890"/>
                    <a:pt x="138673" y="3002931"/>
                  </a:cubicBezTo>
                  <a:lnTo>
                    <a:pt x="217589" y="3027418"/>
                  </a:lnTo>
                  <a:cubicBezTo>
                    <a:pt x="253759" y="3039661"/>
                    <a:pt x="283353" y="3037621"/>
                    <a:pt x="316234" y="3023337"/>
                  </a:cubicBezTo>
                  <a:cubicBezTo>
                    <a:pt x="319522" y="3021296"/>
                    <a:pt x="329387" y="3019255"/>
                    <a:pt x="332675" y="3019255"/>
                  </a:cubicBezTo>
                  <a:cubicBezTo>
                    <a:pt x="355692" y="3021296"/>
                    <a:pt x="378709" y="3021296"/>
                    <a:pt x="398438" y="3033540"/>
                  </a:cubicBezTo>
                  <a:cubicBezTo>
                    <a:pt x="421455" y="3045783"/>
                    <a:pt x="454337" y="3053946"/>
                    <a:pt x="480642" y="3064149"/>
                  </a:cubicBezTo>
                  <a:cubicBezTo>
                    <a:pt x="497083" y="3070271"/>
                    <a:pt x="516812" y="3078433"/>
                    <a:pt x="526676" y="3086596"/>
                  </a:cubicBezTo>
                  <a:cubicBezTo>
                    <a:pt x="533253" y="3090677"/>
                    <a:pt x="539829" y="3094758"/>
                    <a:pt x="546405" y="3096799"/>
                  </a:cubicBezTo>
                  <a:cubicBezTo>
                    <a:pt x="582575" y="3104961"/>
                    <a:pt x="602304" y="3125368"/>
                    <a:pt x="625321" y="3141692"/>
                  </a:cubicBezTo>
                  <a:cubicBezTo>
                    <a:pt x="645050" y="3155977"/>
                    <a:pt x="671355" y="3164139"/>
                    <a:pt x="700949" y="3166180"/>
                  </a:cubicBezTo>
                  <a:cubicBezTo>
                    <a:pt x="733830" y="3170261"/>
                    <a:pt x="766712" y="3172302"/>
                    <a:pt x="799594" y="3176383"/>
                  </a:cubicBezTo>
                  <a:cubicBezTo>
                    <a:pt x="812746" y="3178424"/>
                    <a:pt x="829187" y="3180464"/>
                    <a:pt x="842340" y="3184545"/>
                  </a:cubicBezTo>
                  <a:cubicBezTo>
                    <a:pt x="858780" y="3188627"/>
                    <a:pt x="875221" y="3188627"/>
                    <a:pt x="888374" y="3194749"/>
                  </a:cubicBezTo>
                  <a:cubicBezTo>
                    <a:pt x="908103" y="3204952"/>
                    <a:pt x="927832" y="3211074"/>
                    <a:pt x="954137" y="3206992"/>
                  </a:cubicBezTo>
                  <a:cubicBezTo>
                    <a:pt x="964002" y="3204952"/>
                    <a:pt x="977154" y="3209033"/>
                    <a:pt x="987019" y="3211074"/>
                  </a:cubicBezTo>
                  <a:cubicBezTo>
                    <a:pt x="990307" y="3211074"/>
                    <a:pt x="993595" y="3213114"/>
                    <a:pt x="996883" y="3213114"/>
                  </a:cubicBezTo>
                  <a:cubicBezTo>
                    <a:pt x="1033053" y="3215155"/>
                    <a:pt x="1065935" y="3211074"/>
                    <a:pt x="1098816" y="3206992"/>
                  </a:cubicBezTo>
                  <a:cubicBezTo>
                    <a:pt x="1111969" y="3204952"/>
                    <a:pt x="1125121" y="3202911"/>
                    <a:pt x="1138274" y="3198830"/>
                  </a:cubicBezTo>
                  <a:cubicBezTo>
                    <a:pt x="1174444" y="3188627"/>
                    <a:pt x="1210614" y="3178424"/>
                    <a:pt x="1243495" y="3166180"/>
                  </a:cubicBezTo>
                  <a:cubicBezTo>
                    <a:pt x="1266512" y="3158017"/>
                    <a:pt x="1289529" y="3149855"/>
                    <a:pt x="1315835" y="3158017"/>
                  </a:cubicBezTo>
                  <a:lnTo>
                    <a:pt x="1328987" y="3158017"/>
                  </a:lnTo>
                  <a:cubicBezTo>
                    <a:pt x="1352004" y="3158017"/>
                    <a:pt x="1375022" y="3155977"/>
                    <a:pt x="1394750" y="3153936"/>
                  </a:cubicBezTo>
                  <a:cubicBezTo>
                    <a:pt x="1398039" y="3153936"/>
                    <a:pt x="1404615" y="3153936"/>
                    <a:pt x="1404615" y="3151895"/>
                  </a:cubicBezTo>
                  <a:cubicBezTo>
                    <a:pt x="1414479" y="3143733"/>
                    <a:pt x="1430920" y="3143733"/>
                    <a:pt x="1447361" y="3141692"/>
                  </a:cubicBezTo>
                  <a:cubicBezTo>
                    <a:pt x="1473666" y="3139652"/>
                    <a:pt x="1499972" y="3139652"/>
                    <a:pt x="1519701" y="3129449"/>
                  </a:cubicBezTo>
                  <a:cubicBezTo>
                    <a:pt x="1539430" y="3121286"/>
                    <a:pt x="1559158" y="3119246"/>
                    <a:pt x="1582176" y="3117205"/>
                  </a:cubicBezTo>
                  <a:cubicBezTo>
                    <a:pt x="1585464" y="3117205"/>
                    <a:pt x="1592040" y="3115165"/>
                    <a:pt x="1595328" y="3115165"/>
                  </a:cubicBezTo>
                  <a:cubicBezTo>
                    <a:pt x="1611769" y="3113124"/>
                    <a:pt x="1628210" y="3107002"/>
                    <a:pt x="1641363" y="3109043"/>
                  </a:cubicBezTo>
                  <a:cubicBezTo>
                    <a:pt x="1670956" y="3113124"/>
                    <a:pt x="1684109" y="3107002"/>
                    <a:pt x="1703837" y="3090677"/>
                  </a:cubicBezTo>
                  <a:cubicBezTo>
                    <a:pt x="1707126" y="3086596"/>
                    <a:pt x="1716990" y="3084555"/>
                    <a:pt x="1723566" y="3082514"/>
                  </a:cubicBezTo>
                  <a:cubicBezTo>
                    <a:pt x="1740007" y="3080474"/>
                    <a:pt x="1756448" y="3082514"/>
                    <a:pt x="1772889" y="3080474"/>
                  </a:cubicBezTo>
                  <a:cubicBezTo>
                    <a:pt x="1782753" y="3080474"/>
                    <a:pt x="1792618" y="3074352"/>
                    <a:pt x="1799194" y="3074352"/>
                  </a:cubicBezTo>
                  <a:cubicBezTo>
                    <a:pt x="1825499" y="3076393"/>
                    <a:pt x="1855093" y="3070271"/>
                    <a:pt x="1878110" y="3080474"/>
                  </a:cubicBezTo>
                  <a:cubicBezTo>
                    <a:pt x="1881398" y="3082514"/>
                    <a:pt x="1887974" y="3082514"/>
                    <a:pt x="1894551" y="3082514"/>
                  </a:cubicBezTo>
                  <a:cubicBezTo>
                    <a:pt x="1937297" y="3084555"/>
                    <a:pt x="1973466" y="3092718"/>
                    <a:pt x="2003060" y="3109043"/>
                  </a:cubicBezTo>
                  <a:cubicBezTo>
                    <a:pt x="2012925" y="3115165"/>
                    <a:pt x="2026077" y="3119246"/>
                    <a:pt x="2035942" y="3123327"/>
                  </a:cubicBezTo>
                  <a:cubicBezTo>
                    <a:pt x="2045806" y="3127408"/>
                    <a:pt x="2058959" y="3127408"/>
                    <a:pt x="2068823" y="3129449"/>
                  </a:cubicBezTo>
                  <a:cubicBezTo>
                    <a:pt x="2078688" y="3131489"/>
                    <a:pt x="2085264" y="3133530"/>
                    <a:pt x="2095128" y="3133530"/>
                  </a:cubicBezTo>
                  <a:cubicBezTo>
                    <a:pt x="2111569" y="3133530"/>
                    <a:pt x="2124722" y="3137611"/>
                    <a:pt x="2134586" y="3145774"/>
                  </a:cubicBezTo>
                  <a:cubicBezTo>
                    <a:pt x="2137874" y="3147814"/>
                    <a:pt x="2141163" y="3149855"/>
                    <a:pt x="2144451" y="3153936"/>
                  </a:cubicBezTo>
                  <a:cubicBezTo>
                    <a:pt x="2141163" y="3160058"/>
                    <a:pt x="2160892" y="3176383"/>
                    <a:pt x="2174044" y="3176383"/>
                  </a:cubicBezTo>
                  <a:cubicBezTo>
                    <a:pt x="2197062" y="3176383"/>
                    <a:pt x="2220079" y="3180464"/>
                    <a:pt x="2239807" y="3190667"/>
                  </a:cubicBezTo>
                  <a:cubicBezTo>
                    <a:pt x="2243096" y="3192708"/>
                    <a:pt x="2249672" y="3192708"/>
                    <a:pt x="2256248" y="3190667"/>
                  </a:cubicBezTo>
                  <a:cubicBezTo>
                    <a:pt x="2266113" y="3188627"/>
                    <a:pt x="2272689" y="3188627"/>
                    <a:pt x="2279265" y="3194749"/>
                  </a:cubicBezTo>
                  <a:cubicBezTo>
                    <a:pt x="2282554" y="3196789"/>
                    <a:pt x="2295706" y="3196789"/>
                    <a:pt x="2302282" y="3196789"/>
                  </a:cubicBezTo>
                  <a:cubicBezTo>
                    <a:pt x="2318723" y="3196789"/>
                    <a:pt x="2338452" y="3194749"/>
                    <a:pt x="2354893" y="3196789"/>
                  </a:cubicBezTo>
                  <a:cubicBezTo>
                    <a:pt x="2384487" y="3198830"/>
                    <a:pt x="2410792" y="3200870"/>
                    <a:pt x="2440385" y="3204952"/>
                  </a:cubicBezTo>
                  <a:cubicBezTo>
                    <a:pt x="2446962" y="3204952"/>
                    <a:pt x="2453538" y="3206992"/>
                    <a:pt x="2456826" y="3209033"/>
                  </a:cubicBezTo>
                  <a:cubicBezTo>
                    <a:pt x="2463402" y="3219236"/>
                    <a:pt x="2479843" y="3219236"/>
                    <a:pt x="2489708" y="3221277"/>
                  </a:cubicBezTo>
                  <a:cubicBezTo>
                    <a:pt x="2499572" y="3223317"/>
                    <a:pt x="2512725" y="3225358"/>
                    <a:pt x="2519301" y="3225358"/>
                  </a:cubicBezTo>
                  <a:cubicBezTo>
                    <a:pt x="2522589" y="3223317"/>
                    <a:pt x="2529165" y="3221277"/>
                    <a:pt x="2535742" y="3217195"/>
                  </a:cubicBezTo>
                  <a:cubicBezTo>
                    <a:pt x="2522589" y="3217195"/>
                    <a:pt x="2516013" y="3219236"/>
                    <a:pt x="2509437" y="3219236"/>
                  </a:cubicBezTo>
                  <a:cubicBezTo>
                    <a:pt x="2522589" y="3209033"/>
                    <a:pt x="2535742" y="3206992"/>
                    <a:pt x="2552183" y="3213114"/>
                  </a:cubicBezTo>
                  <a:cubicBezTo>
                    <a:pt x="2571912" y="3223317"/>
                    <a:pt x="2588353" y="3223317"/>
                    <a:pt x="2611370" y="3213114"/>
                  </a:cubicBezTo>
                  <a:lnTo>
                    <a:pt x="2631098" y="3206992"/>
                  </a:lnTo>
                  <a:lnTo>
                    <a:pt x="2631098" y="3196789"/>
                  </a:lnTo>
                  <a:cubicBezTo>
                    <a:pt x="2640963" y="3198830"/>
                    <a:pt x="2650827" y="3202911"/>
                    <a:pt x="2657404" y="3202911"/>
                  </a:cubicBezTo>
                  <a:cubicBezTo>
                    <a:pt x="2677133" y="3196789"/>
                    <a:pt x="2696862" y="3190667"/>
                    <a:pt x="2713303" y="3182505"/>
                  </a:cubicBezTo>
                  <a:cubicBezTo>
                    <a:pt x="2733031" y="3174342"/>
                    <a:pt x="2749472" y="3164139"/>
                    <a:pt x="2765913" y="3155977"/>
                  </a:cubicBezTo>
                  <a:cubicBezTo>
                    <a:pt x="2769201" y="3155977"/>
                    <a:pt x="2769201" y="3153936"/>
                    <a:pt x="2772489" y="3153936"/>
                  </a:cubicBezTo>
                  <a:cubicBezTo>
                    <a:pt x="2795506" y="3149855"/>
                    <a:pt x="2815235" y="3147814"/>
                    <a:pt x="2838253" y="3143733"/>
                  </a:cubicBezTo>
                  <a:cubicBezTo>
                    <a:pt x="2851405" y="3141692"/>
                    <a:pt x="2861270" y="3137611"/>
                    <a:pt x="2874422" y="3135571"/>
                  </a:cubicBezTo>
                  <a:cubicBezTo>
                    <a:pt x="2884287" y="3133530"/>
                    <a:pt x="2890863" y="3133530"/>
                    <a:pt x="2900728" y="3131489"/>
                  </a:cubicBezTo>
                  <a:lnTo>
                    <a:pt x="2933609" y="3131489"/>
                  </a:lnTo>
                  <a:cubicBezTo>
                    <a:pt x="2940186" y="3131489"/>
                    <a:pt x="2950050" y="3131489"/>
                    <a:pt x="2956626" y="3129449"/>
                  </a:cubicBezTo>
                  <a:cubicBezTo>
                    <a:pt x="2959914" y="3125368"/>
                    <a:pt x="2966491" y="3119246"/>
                    <a:pt x="2969779" y="3119246"/>
                  </a:cubicBezTo>
                  <a:cubicBezTo>
                    <a:pt x="2979643" y="3119246"/>
                    <a:pt x="2986220" y="3123327"/>
                    <a:pt x="2996084" y="3125368"/>
                  </a:cubicBezTo>
                  <a:cubicBezTo>
                    <a:pt x="2999372" y="3125368"/>
                    <a:pt x="2999372" y="3127408"/>
                    <a:pt x="2999372" y="3129449"/>
                  </a:cubicBezTo>
                  <a:cubicBezTo>
                    <a:pt x="3012525" y="3137611"/>
                    <a:pt x="3022389" y="3147814"/>
                    <a:pt x="3035542" y="3155977"/>
                  </a:cubicBezTo>
                  <a:cubicBezTo>
                    <a:pt x="3051983" y="3166180"/>
                    <a:pt x="3068424" y="3166180"/>
                    <a:pt x="3078288" y="3160058"/>
                  </a:cubicBezTo>
                  <a:cubicBezTo>
                    <a:pt x="3094729" y="3151895"/>
                    <a:pt x="3107882" y="3145774"/>
                    <a:pt x="3130899" y="3149855"/>
                  </a:cubicBezTo>
                  <a:cubicBezTo>
                    <a:pt x="3134187" y="3149855"/>
                    <a:pt x="3140763" y="3151895"/>
                    <a:pt x="3144051" y="3149855"/>
                  </a:cubicBezTo>
                  <a:cubicBezTo>
                    <a:pt x="3160492" y="3145774"/>
                    <a:pt x="3180221" y="3141692"/>
                    <a:pt x="3196662" y="3135571"/>
                  </a:cubicBezTo>
                  <a:cubicBezTo>
                    <a:pt x="3206526" y="3133530"/>
                    <a:pt x="3219679" y="3133530"/>
                    <a:pt x="3222967" y="3129449"/>
                  </a:cubicBezTo>
                  <a:cubicBezTo>
                    <a:pt x="3232832" y="3117205"/>
                    <a:pt x="3249273" y="3111083"/>
                    <a:pt x="3265713" y="3102921"/>
                  </a:cubicBezTo>
                  <a:cubicBezTo>
                    <a:pt x="3275578" y="3096799"/>
                    <a:pt x="3285442" y="3088636"/>
                    <a:pt x="3295307" y="3086596"/>
                  </a:cubicBezTo>
                  <a:cubicBezTo>
                    <a:pt x="3318324" y="3082514"/>
                    <a:pt x="3334765" y="3070271"/>
                    <a:pt x="3354493" y="3062108"/>
                  </a:cubicBezTo>
                  <a:cubicBezTo>
                    <a:pt x="3370934" y="3055986"/>
                    <a:pt x="3380799" y="3043743"/>
                    <a:pt x="3397240" y="3041702"/>
                  </a:cubicBezTo>
                  <a:cubicBezTo>
                    <a:pt x="3423545" y="3037621"/>
                    <a:pt x="3443274" y="3027418"/>
                    <a:pt x="3466291" y="3017215"/>
                  </a:cubicBezTo>
                  <a:cubicBezTo>
                    <a:pt x="3479444" y="3011093"/>
                    <a:pt x="3495884" y="3007012"/>
                    <a:pt x="3512325" y="3009052"/>
                  </a:cubicBezTo>
                  <a:cubicBezTo>
                    <a:pt x="3522190" y="3011093"/>
                    <a:pt x="3535342" y="3009052"/>
                    <a:pt x="3541919" y="3007012"/>
                  </a:cubicBezTo>
                  <a:cubicBezTo>
                    <a:pt x="3555071" y="3002931"/>
                    <a:pt x="3568224" y="2996809"/>
                    <a:pt x="3581376" y="2992728"/>
                  </a:cubicBezTo>
                  <a:cubicBezTo>
                    <a:pt x="3591241" y="2988646"/>
                    <a:pt x="3601105" y="2984565"/>
                    <a:pt x="3610970" y="2984565"/>
                  </a:cubicBezTo>
                  <a:cubicBezTo>
                    <a:pt x="3643852" y="2982524"/>
                    <a:pt x="3670157" y="2978443"/>
                    <a:pt x="3686598" y="2958037"/>
                  </a:cubicBezTo>
                  <a:cubicBezTo>
                    <a:pt x="3693174" y="2949875"/>
                    <a:pt x="3726056" y="2939671"/>
                    <a:pt x="3739208" y="2943753"/>
                  </a:cubicBezTo>
                  <a:cubicBezTo>
                    <a:pt x="3762226" y="2949875"/>
                    <a:pt x="3778666" y="2945793"/>
                    <a:pt x="3791819" y="2933550"/>
                  </a:cubicBezTo>
                  <a:cubicBezTo>
                    <a:pt x="3801683" y="2927427"/>
                    <a:pt x="3814836" y="2929468"/>
                    <a:pt x="3824700" y="2933550"/>
                  </a:cubicBezTo>
                  <a:cubicBezTo>
                    <a:pt x="3831277" y="2937631"/>
                    <a:pt x="3837853" y="2939671"/>
                    <a:pt x="3844429" y="2939671"/>
                  </a:cubicBezTo>
                  <a:cubicBezTo>
                    <a:pt x="3867447" y="2941712"/>
                    <a:pt x="3893752" y="2939671"/>
                    <a:pt x="3916769" y="2941712"/>
                  </a:cubicBezTo>
                  <a:cubicBezTo>
                    <a:pt x="3936498" y="2943753"/>
                    <a:pt x="3956227" y="2939671"/>
                    <a:pt x="3969380" y="2931509"/>
                  </a:cubicBezTo>
                  <a:cubicBezTo>
                    <a:pt x="3982532" y="2923346"/>
                    <a:pt x="3992397" y="2923346"/>
                    <a:pt x="4012125" y="2927427"/>
                  </a:cubicBezTo>
                  <a:cubicBezTo>
                    <a:pt x="4028566" y="2931509"/>
                    <a:pt x="4041719" y="2941712"/>
                    <a:pt x="4064736" y="2939671"/>
                  </a:cubicBezTo>
                  <a:cubicBezTo>
                    <a:pt x="4084465" y="2937631"/>
                    <a:pt x="4107482" y="2943753"/>
                    <a:pt x="4130499" y="2937631"/>
                  </a:cubicBezTo>
                  <a:lnTo>
                    <a:pt x="4143652" y="2937631"/>
                  </a:lnTo>
                  <a:cubicBezTo>
                    <a:pt x="4163381" y="2941712"/>
                    <a:pt x="4183110" y="2943753"/>
                    <a:pt x="4199551" y="2953956"/>
                  </a:cubicBezTo>
                  <a:cubicBezTo>
                    <a:pt x="4219279" y="2964159"/>
                    <a:pt x="4222568" y="2888656"/>
                    <a:pt x="4242297" y="2896818"/>
                  </a:cubicBezTo>
                  <a:cubicBezTo>
                    <a:pt x="4271890" y="2909062"/>
                    <a:pt x="4265314" y="2896818"/>
                    <a:pt x="4294907" y="2907021"/>
                  </a:cubicBezTo>
                  <a:cubicBezTo>
                    <a:pt x="4317924" y="2913143"/>
                    <a:pt x="4308060" y="2890697"/>
                    <a:pt x="4334365" y="2894778"/>
                  </a:cubicBezTo>
                  <a:cubicBezTo>
                    <a:pt x="4337653" y="2894778"/>
                    <a:pt x="4377111" y="2911103"/>
                    <a:pt x="4377111" y="2909062"/>
                  </a:cubicBezTo>
                  <a:cubicBezTo>
                    <a:pt x="4393552" y="2902940"/>
                    <a:pt x="4409993" y="2841722"/>
                    <a:pt x="4426433" y="2843762"/>
                  </a:cubicBezTo>
                  <a:cubicBezTo>
                    <a:pt x="4459315" y="2849884"/>
                    <a:pt x="4488909" y="2845803"/>
                    <a:pt x="4518502" y="2837640"/>
                  </a:cubicBezTo>
                  <a:cubicBezTo>
                    <a:pt x="4534943" y="2833559"/>
                    <a:pt x="4561248" y="2819275"/>
                    <a:pt x="4574401" y="2825397"/>
                  </a:cubicBezTo>
                  <a:cubicBezTo>
                    <a:pt x="4597418" y="2835600"/>
                    <a:pt x="4620435" y="2839681"/>
                    <a:pt x="4646740" y="2841722"/>
                  </a:cubicBezTo>
                  <a:cubicBezTo>
                    <a:pt x="4650029" y="2841722"/>
                    <a:pt x="4653317" y="2843762"/>
                    <a:pt x="4656605" y="2845803"/>
                  </a:cubicBezTo>
                  <a:cubicBezTo>
                    <a:pt x="4666469" y="2853965"/>
                    <a:pt x="4712503" y="2831519"/>
                    <a:pt x="4722368" y="2839681"/>
                  </a:cubicBezTo>
                  <a:cubicBezTo>
                    <a:pt x="4735521" y="2851925"/>
                    <a:pt x="4748673" y="2864169"/>
                    <a:pt x="4761826" y="2874372"/>
                  </a:cubicBezTo>
                  <a:cubicBezTo>
                    <a:pt x="4768402" y="2878453"/>
                    <a:pt x="4778267" y="2880494"/>
                    <a:pt x="4781555" y="2884575"/>
                  </a:cubicBezTo>
                  <a:cubicBezTo>
                    <a:pt x="4784843" y="2894778"/>
                    <a:pt x="4791420" y="2898859"/>
                    <a:pt x="4807860" y="2898859"/>
                  </a:cubicBezTo>
                  <a:cubicBezTo>
                    <a:pt x="4817725" y="2898859"/>
                    <a:pt x="4827589" y="2900900"/>
                    <a:pt x="4834165" y="2904981"/>
                  </a:cubicBezTo>
                  <a:cubicBezTo>
                    <a:pt x="4850606" y="2911103"/>
                    <a:pt x="4863759" y="2917224"/>
                    <a:pt x="4876911" y="2923346"/>
                  </a:cubicBezTo>
                  <a:cubicBezTo>
                    <a:pt x="4893352" y="2929468"/>
                    <a:pt x="4909793" y="2935590"/>
                    <a:pt x="4916370" y="2945793"/>
                  </a:cubicBezTo>
                  <a:cubicBezTo>
                    <a:pt x="4919658" y="2949875"/>
                    <a:pt x="4922946" y="2951915"/>
                    <a:pt x="4926234" y="2953956"/>
                  </a:cubicBezTo>
                  <a:cubicBezTo>
                    <a:pt x="4939387" y="2962118"/>
                    <a:pt x="4952539" y="2968240"/>
                    <a:pt x="4965692" y="2976403"/>
                  </a:cubicBezTo>
                  <a:cubicBezTo>
                    <a:pt x="4985421" y="2986606"/>
                    <a:pt x="5001861" y="2998849"/>
                    <a:pt x="5021590" y="3009052"/>
                  </a:cubicBezTo>
                  <a:cubicBezTo>
                    <a:pt x="5028167" y="3011093"/>
                    <a:pt x="5034743" y="3015174"/>
                    <a:pt x="5041319" y="3017215"/>
                  </a:cubicBezTo>
                  <a:cubicBezTo>
                    <a:pt x="5054472" y="3021296"/>
                    <a:pt x="5067625" y="3025377"/>
                    <a:pt x="5077489" y="3031499"/>
                  </a:cubicBezTo>
                  <a:cubicBezTo>
                    <a:pt x="5087354" y="3037621"/>
                    <a:pt x="5133388" y="3000890"/>
                    <a:pt x="5139964" y="3009052"/>
                  </a:cubicBezTo>
                  <a:cubicBezTo>
                    <a:pt x="5139964" y="3011093"/>
                    <a:pt x="5143252" y="3011093"/>
                    <a:pt x="5146541" y="3011093"/>
                  </a:cubicBezTo>
                  <a:cubicBezTo>
                    <a:pt x="5166270" y="3021296"/>
                    <a:pt x="5185999" y="3017215"/>
                    <a:pt x="5205727" y="3013134"/>
                  </a:cubicBezTo>
                  <a:cubicBezTo>
                    <a:pt x="5212304" y="3011093"/>
                    <a:pt x="5218880" y="3009052"/>
                    <a:pt x="5222168" y="3011093"/>
                  </a:cubicBezTo>
                  <a:cubicBezTo>
                    <a:pt x="5245186" y="3017215"/>
                    <a:pt x="5261626" y="3031499"/>
                    <a:pt x="5291220" y="3033540"/>
                  </a:cubicBezTo>
                  <a:cubicBezTo>
                    <a:pt x="5291220" y="3033540"/>
                    <a:pt x="5294508" y="3033540"/>
                    <a:pt x="5294508" y="3035580"/>
                  </a:cubicBezTo>
                  <a:cubicBezTo>
                    <a:pt x="5301084" y="3047824"/>
                    <a:pt x="5320813" y="3047824"/>
                    <a:pt x="5337254" y="3049865"/>
                  </a:cubicBezTo>
                  <a:cubicBezTo>
                    <a:pt x="5347118" y="3049865"/>
                    <a:pt x="5356983" y="3051905"/>
                    <a:pt x="5363559" y="3053946"/>
                  </a:cubicBezTo>
                  <a:cubicBezTo>
                    <a:pt x="5383288" y="3060068"/>
                    <a:pt x="5403017" y="3068230"/>
                    <a:pt x="5426034" y="3072311"/>
                  </a:cubicBezTo>
                  <a:cubicBezTo>
                    <a:pt x="5455628" y="3078433"/>
                    <a:pt x="5485221" y="3082514"/>
                    <a:pt x="5508238" y="3092718"/>
                  </a:cubicBezTo>
                  <a:cubicBezTo>
                    <a:pt x="5511526" y="3092718"/>
                    <a:pt x="5514815" y="3092718"/>
                    <a:pt x="5514815" y="3094758"/>
                  </a:cubicBezTo>
                  <a:cubicBezTo>
                    <a:pt x="5524679" y="3098839"/>
                    <a:pt x="5541120" y="3100880"/>
                    <a:pt x="5547696" y="3107002"/>
                  </a:cubicBezTo>
                  <a:cubicBezTo>
                    <a:pt x="5557561" y="3119246"/>
                    <a:pt x="5583865" y="3117205"/>
                    <a:pt x="5597019" y="3127408"/>
                  </a:cubicBezTo>
                  <a:lnTo>
                    <a:pt x="5600306" y="3127408"/>
                  </a:lnTo>
                  <a:cubicBezTo>
                    <a:pt x="5613459" y="3127408"/>
                    <a:pt x="5626612" y="3129449"/>
                    <a:pt x="5643053" y="3129449"/>
                  </a:cubicBezTo>
                  <a:cubicBezTo>
                    <a:pt x="5649629" y="3127408"/>
                    <a:pt x="5659493" y="3123327"/>
                    <a:pt x="5666070" y="3123327"/>
                  </a:cubicBezTo>
                  <a:cubicBezTo>
                    <a:pt x="5695663" y="3129449"/>
                    <a:pt x="5725256" y="3129449"/>
                    <a:pt x="5744986" y="3113124"/>
                  </a:cubicBezTo>
                  <a:cubicBezTo>
                    <a:pt x="5748274" y="3111083"/>
                    <a:pt x="5754850" y="3111083"/>
                    <a:pt x="5761427" y="3111083"/>
                  </a:cubicBezTo>
                  <a:lnTo>
                    <a:pt x="5787732" y="3111083"/>
                  </a:lnTo>
                  <a:cubicBezTo>
                    <a:pt x="5817325" y="3107002"/>
                    <a:pt x="5843631" y="3102921"/>
                    <a:pt x="5873224" y="3100880"/>
                  </a:cubicBezTo>
                  <a:cubicBezTo>
                    <a:pt x="5886377" y="3098839"/>
                    <a:pt x="5902818" y="3102921"/>
                    <a:pt x="5915970" y="3104961"/>
                  </a:cubicBezTo>
                  <a:cubicBezTo>
                    <a:pt x="5929122" y="3107002"/>
                    <a:pt x="5942275" y="3107002"/>
                    <a:pt x="5955428" y="3107002"/>
                  </a:cubicBezTo>
                  <a:cubicBezTo>
                    <a:pt x="5971869" y="3107002"/>
                    <a:pt x="5985022" y="3102921"/>
                    <a:pt x="6001462" y="3102921"/>
                  </a:cubicBezTo>
                  <a:cubicBezTo>
                    <a:pt x="6014615" y="3100880"/>
                    <a:pt x="6031056" y="3100880"/>
                    <a:pt x="6044208" y="3098839"/>
                  </a:cubicBezTo>
                  <a:cubicBezTo>
                    <a:pt x="6073802" y="3094758"/>
                    <a:pt x="6100107" y="3090677"/>
                    <a:pt x="6129700" y="3088636"/>
                  </a:cubicBezTo>
                  <a:cubicBezTo>
                    <a:pt x="6149429" y="3019255"/>
                    <a:pt x="6146141" y="2937631"/>
                    <a:pt x="6146141" y="2853965"/>
                  </a:cubicBezTo>
                  <a:close/>
                </a:path>
              </a:pathLst>
            </a:custGeom>
            <a:blipFill>
              <a:blip r:embed="rId3"/>
              <a:stretch>
                <a:fillRect l="0" t="-3595" r="0" b="-3595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894470" y="4158137"/>
            <a:ext cx="12499060" cy="240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7"/>
              </a:lnSpc>
            </a:pPr>
            <a:r>
              <a:rPr lang="en-US" sz="11300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Probabilidade em Espaços</a:t>
            </a:r>
          </a:p>
          <a:p>
            <a:pPr algn="ctr" marL="0" indent="0" lvl="0">
              <a:lnSpc>
                <a:spcPts val="8927"/>
              </a:lnSpc>
            </a:pPr>
            <a:r>
              <a:rPr lang="en-US" sz="11300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Equiprovaveis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08937">
            <a:off x="-141150" y="-586693"/>
            <a:ext cx="3008848" cy="2997906"/>
          </a:xfrm>
          <a:custGeom>
            <a:avLst/>
            <a:gdLst/>
            <a:ahLst/>
            <a:cxnLst/>
            <a:rect r="r" b="b" t="t" l="l"/>
            <a:pathLst>
              <a:path h="2997906" w="3008848">
                <a:moveTo>
                  <a:pt x="0" y="0"/>
                </a:moveTo>
                <a:lnTo>
                  <a:pt x="3008848" y="0"/>
                </a:lnTo>
                <a:lnTo>
                  <a:pt x="3008848" y="2997906"/>
                </a:lnTo>
                <a:lnTo>
                  <a:pt x="0" y="29979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70174" y="8369249"/>
            <a:ext cx="2765546" cy="2373341"/>
          </a:xfrm>
          <a:custGeom>
            <a:avLst/>
            <a:gdLst/>
            <a:ahLst/>
            <a:cxnLst/>
            <a:rect r="r" b="b" t="t" l="l"/>
            <a:pathLst>
              <a:path h="2373341" w="2765546">
                <a:moveTo>
                  <a:pt x="0" y="0"/>
                </a:moveTo>
                <a:lnTo>
                  <a:pt x="2765546" y="0"/>
                </a:lnTo>
                <a:lnTo>
                  <a:pt x="2765546" y="2373341"/>
                </a:lnTo>
                <a:lnTo>
                  <a:pt x="0" y="23733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284941">
            <a:off x="-236484" y="8213249"/>
            <a:ext cx="4057519" cy="2685340"/>
          </a:xfrm>
          <a:custGeom>
            <a:avLst/>
            <a:gdLst/>
            <a:ahLst/>
            <a:cxnLst/>
            <a:rect r="r" b="b" t="t" l="l"/>
            <a:pathLst>
              <a:path h="2685340" w="4057519">
                <a:moveTo>
                  <a:pt x="0" y="0"/>
                </a:moveTo>
                <a:lnTo>
                  <a:pt x="4057519" y="0"/>
                </a:lnTo>
                <a:lnTo>
                  <a:pt x="4057519" y="2685340"/>
                </a:lnTo>
                <a:lnTo>
                  <a:pt x="0" y="26853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1332">
            <a:off x="4107528" y="-3044138"/>
            <a:ext cx="6410912" cy="4522607"/>
          </a:xfrm>
          <a:custGeom>
            <a:avLst/>
            <a:gdLst/>
            <a:ahLst/>
            <a:cxnLst/>
            <a:rect r="r" b="b" t="t" l="l"/>
            <a:pathLst>
              <a:path h="4522607" w="6410912">
                <a:moveTo>
                  <a:pt x="0" y="0"/>
                </a:moveTo>
                <a:lnTo>
                  <a:pt x="6410913" y="0"/>
                </a:lnTo>
                <a:lnTo>
                  <a:pt x="6410913" y="4522607"/>
                </a:lnTo>
                <a:lnTo>
                  <a:pt x="0" y="45226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13840" y="4083457"/>
            <a:ext cx="3805279" cy="2608346"/>
          </a:xfrm>
          <a:custGeom>
            <a:avLst/>
            <a:gdLst/>
            <a:ahLst/>
            <a:cxnLst/>
            <a:rect r="r" b="b" t="t" l="l"/>
            <a:pathLst>
              <a:path h="2608346" w="3805279">
                <a:moveTo>
                  <a:pt x="0" y="0"/>
                </a:moveTo>
                <a:lnTo>
                  <a:pt x="3805280" y="0"/>
                </a:lnTo>
                <a:lnTo>
                  <a:pt x="3805280" y="2608346"/>
                </a:lnTo>
                <a:lnTo>
                  <a:pt x="0" y="26083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795918">
            <a:off x="2261636" y="-585074"/>
            <a:ext cx="2157502" cy="1596551"/>
          </a:xfrm>
          <a:custGeom>
            <a:avLst/>
            <a:gdLst/>
            <a:ahLst/>
            <a:cxnLst/>
            <a:rect r="r" b="b" t="t" l="l"/>
            <a:pathLst>
              <a:path h="1596551" w="2157502">
                <a:moveTo>
                  <a:pt x="0" y="0"/>
                </a:moveTo>
                <a:lnTo>
                  <a:pt x="2157502" y="0"/>
                </a:lnTo>
                <a:lnTo>
                  <a:pt x="2157502" y="1596551"/>
                </a:lnTo>
                <a:lnTo>
                  <a:pt x="0" y="159655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29779">
            <a:off x="4037103" y="8636109"/>
            <a:ext cx="240196" cy="3222143"/>
          </a:xfrm>
          <a:custGeom>
            <a:avLst/>
            <a:gdLst/>
            <a:ahLst/>
            <a:cxnLst/>
            <a:rect r="r" b="b" t="t" l="l"/>
            <a:pathLst>
              <a:path h="3222143" w="240196">
                <a:moveTo>
                  <a:pt x="0" y="0"/>
                </a:moveTo>
                <a:lnTo>
                  <a:pt x="240196" y="0"/>
                </a:lnTo>
                <a:lnTo>
                  <a:pt x="240196" y="3222143"/>
                </a:lnTo>
                <a:lnTo>
                  <a:pt x="0" y="322214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6402983">
            <a:off x="274484" y="1687767"/>
            <a:ext cx="305914" cy="2758240"/>
          </a:xfrm>
          <a:custGeom>
            <a:avLst/>
            <a:gdLst/>
            <a:ahLst/>
            <a:cxnLst/>
            <a:rect r="r" b="b" t="t" l="l"/>
            <a:pathLst>
              <a:path h="2758240" w="305914">
                <a:moveTo>
                  <a:pt x="0" y="0"/>
                </a:moveTo>
                <a:lnTo>
                  <a:pt x="305914" y="0"/>
                </a:lnTo>
                <a:lnTo>
                  <a:pt x="305914" y="2758240"/>
                </a:lnTo>
                <a:lnTo>
                  <a:pt x="0" y="275824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698887">
            <a:off x="1875218" y="2042089"/>
            <a:ext cx="2632443" cy="425977"/>
          </a:xfrm>
          <a:custGeom>
            <a:avLst/>
            <a:gdLst/>
            <a:ahLst/>
            <a:cxnLst/>
            <a:rect r="r" b="b" t="t" l="l"/>
            <a:pathLst>
              <a:path h="425977" w="2632443">
                <a:moveTo>
                  <a:pt x="0" y="0"/>
                </a:moveTo>
                <a:lnTo>
                  <a:pt x="2632443" y="0"/>
                </a:lnTo>
                <a:lnTo>
                  <a:pt x="2632443" y="425977"/>
                </a:lnTo>
                <a:lnTo>
                  <a:pt x="0" y="42597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53125">
            <a:off x="2421948" y="7204696"/>
            <a:ext cx="1889039" cy="954823"/>
          </a:xfrm>
          <a:custGeom>
            <a:avLst/>
            <a:gdLst/>
            <a:ahLst/>
            <a:cxnLst/>
            <a:rect r="r" b="b" t="t" l="l"/>
            <a:pathLst>
              <a:path h="954823" w="1889039">
                <a:moveTo>
                  <a:pt x="0" y="0"/>
                </a:moveTo>
                <a:lnTo>
                  <a:pt x="1889039" y="0"/>
                </a:lnTo>
                <a:lnTo>
                  <a:pt x="1889039" y="954823"/>
                </a:lnTo>
                <a:lnTo>
                  <a:pt x="0" y="95482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889912">
            <a:off x="3257420" y="3706831"/>
            <a:ext cx="3625508" cy="2478529"/>
          </a:xfrm>
          <a:custGeom>
            <a:avLst/>
            <a:gdLst/>
            <a:ahLst/>
            <a:cxnLst/>
            <a:rect r="r" b="b" t="t" l="l"/>
            <a:pathLst>
              <a:path h="2478529" w="3625508">
                <a:moveTo>
                  <a:pt x="0" y="0"/>
                </a:moveTo>
                <a:lnTo>
                  <a:pt x="3625508" y="0"/>
                </a:lnTo>
                <a:lnTo>
                  <a:pt x="3625508" y="2478529"/>
                </a:lnTo>
                <a:lnTo>
                  <a:pt x="0" y="247852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154186" y="203623"/>
            <a:ext cx="4448360" cy="133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77"/>
              </a:lnSpc>
              <a:spcBef>
                <a:spcPct val="0"/>
              </a:spcBef>
            </a:pPr>
            <a:r>
              <a:rPr lang="en-US" sz="10863" spc="217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Definição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349163" y="1443268"/>
            <a:ext cx="8058406" cy="196372"/>
            <a:chOff x="0" y="0"/>
            <a:chExt cx="10744542" cy="2618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60241" cy="261829"/>
            </a:xfrm>
            <a:custGeom>
              <a:avLst/>
              <a:gdLst/>
              <a:ahLst/>
              <a:cxnLst/>
              <a:rect r="r" b="b" t="t" l="l"/>
              <a:pathLst>
                <a:path h="261829" w="5760241">
                  <a:moveTo>
                    <a:pt x="0" y="0"/>
                  </a:moveTo>
                  <a:lnTo>
                    <a:pt x="5760241" y="0"/>
                  </a:lnTo>
                  <a:lnTo>
                    <a:pt x="5760241" y="261829"/>
                  </a:lnTo>
                  <a:lnTo>
                    <a:pt x="0" y="261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984301" y="0"/>
              <a:ext cx="5760241" cy="261829"/>
            </a:xfrm>
            <a:custGeom>
              <a:avLst/>
              <a:gdLst/>
              <a:ahLst/>
              <a:cxnLst/>
              <a:rect r="r" b="b" t="t" l="l"/>
              <a:pathLst>
                <a:path h="261829" w="5760241">
                  <a:moveTo>
                    <a:pt x="0" y="0"/>
                  </a:moveTo>
                  <a:lnTo>
                    <a:pt x="5760241" y="0"/>
                  </a:lnTo>
                  <a:lnTo>
                    <a:pt x="5760241" y="261829"/>
                  </a:lnTo>
                  <a:lnTo>
                    <a:pt x="0" y="261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406188" y="1436679"/>
            <a:ext cx="9853112" cy="9177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4"/>
              </a:lnSpc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uando todos os resultados do </a:t>
            </a:r>
            <a:r>
              <a:rPr lang="en-US" b="true" sz="34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espaço amostral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têm a mesma chance de ocorrer, a probabilidad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de um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evento A é dada pela </a:t>
            </a:r>
            <a:r>
              <a:rPr lang="en-US" sz="3499" i="true">
                <a:solidFill>
                  <a:srgbClr val="00000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razão 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entre o </a:t>
            </a:r>
            <a:r>
              <a:rPr lang="en-US" b="true" sz="34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número de casos favoráveis e o número total de casos possíveis.</a:t>
            </a:r>
          </a:p>
          <a:p>
            <a:pPr algn="ctr">
              <a:lnSpc>
                <a:spcPts val="5214"/>
              </a:lnSpc>
            </a:pPr>
          </a:p>
          <a:p>
            <a:pPr algn="ctr">
              <a:lnSpc>
                <a:spcPts val="5214"/>
              </a:lnSpc>
            </a:pPr>
            <a:r>
              <a:rPr lang="en-US" b="true" sz="34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Fórmula:</a:t>
            </a:r>
          </a:p>
          <a:p>
            <a:pPr algn="ctr">
              <a:lnSpc>
                <a:spcPts val="5214"/>
              </a:lnSpc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P(A)=n(A)​/n(Ω)</a:t>
            </a:r>
          </a:p>
          <a:p>
            <a:pPr algn="ctr">
              <a:lnSpc>
                <a:spcPts val="5214"/>
              </a:lnSpc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onde:</a:t>
            </a:r>
          </a:p>
          <a:p>
            <a:pPr algn="ctr" marL="755649" indent="-377824" lvl="1">
              <a:lnSpc>
                <a:spcPts val="5214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n(A) = número de resultados favoráveis ao evento</a:t>
            </a:r>
          </a:p>
          <a:p>
            <a:pPr algn="ctr" marL="755649" indent="-377824" lvl="1">
              <a:lnSpc>
                <a:spcPts val="5214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n(Ω) = número total de resultados do espaço amostral</a:t>
            </a:r>
          </a:p>
          <a:p>
            <a:pPr algn="ctr">
              <a:lnSpc>
                <a:spcPts val="5214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6028" y="0"/>
            <a:ext cx="16035943" cy="10287000"/>
            <a:chOff x="0" y="0"/>
            <a:chExt cx="6148859" cy="39444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571" y="-1140"/>
              <a:ext cx="6146346" cy="3935650"/>
            </a:xfrm>
            <a:custGeom>
              <a:avLst/>
              <a:gdLst/>
              <a:ahLst/>
              <a:cxnLst/>
              <a:rect r="r" b="b" t="t" l="l"/>
              <a:pathLst>
                <a:path h="3935650" w="6146346">
                  <a:moveTo>
                    <a:pt x="6146141" y="3482434"/>
                  </a:moveTo>
                  <a:cubicBezTo>
                    <a:pt x="6142853" y="2498807"/>
                    <a:pt x="6103395" y="1169042"/>
                    <a:pt x="6103395" y="187905"/>
                  </a:cubicBezTo>
                  <a:cubicBezTo>
                    <a:pt x="6103395" y="172964"/>
                    <a:pt x="6106683" y="158022"/>
                    <a:pt x="6106683" y="145571"/>
                  </a:cubicBezTo>
                  <a:cubicBezTo>
                    <a:pt x="6103395" y="143081"/>
                    <a:pt x="6100107" y="143081"/>
                    <a:pt x="6096819" y="140591"/>
                  </a:cubicBezTo>
                  <a:cubicBezTo>
                    <a:pt x="6096819" y="140591"/>
                    <a:pt x="6093530" y="143081"/>
                    <a:pt x="6093530" y="145571"/>
                  </a:cubicBezTo>
                  <a:cubicBezTo>
                    <a:pt x="6086954" y="158022"/>
                    <a:pt x="6073802" y="158022"/>
                    <a:pt x="6060649" y="158022"/>
                  </a:cubicBezTo>
                  <a:cubicBezTo>
                    <a:pt x="6044208" y="155532"/>
                    <a:pt x="6027767" y="143081"/>
                    <a:pt x="6008038" y="148062"/>
                  </a:cubicBezTo>
                  <a:cubicBezTo>
                    <a:pt x="6001462" y="150552"/>
                    <a:pt x="5988309" y="145571"/>
                    <a:pt x="5985022" y="140591"/>
                  </a:cubicBezTo>
                  <a:cubicBezTo>
                    <a:pt x="5975157" y="130630"/>
                    <a:pt x="5962004" y="130630"/>
                    <a:pt x="5948852" y="135611"/>
                  </a:cubicBezTo>
                  <a:cubicBezTo>
                    <a:pt x="5942275" y="138101"/>
                    <a:pt x="5935699" y="135611"/>
                    <a:pt x="5929122" y="135611"/>
                  </a:cubicBezTo>
                  <a:cubicBezTo>
                    <a:pt x="5919258" y="135611"/>
                    <a:pt x="5906105" y="133120"/>
                    <a:pt x="5896241" y="130630"/>
                  </a:cubicBezTo>
                  <a:cubicBezTo>
                    <a:pt x="5892953" y="130630"/>
                    <a:pt x="5886377" y="128140"/>
                    <a:pt x="5883088" y="128140"/>
                  </a:cubicBezTo>
                  <a:cubicBezTo>
                    <a:pt x="5873224" y="125650"/>
                    <a:pt x="5863359" y="118179"/>
                    <a:pt x="5853495" y="128140"/>
                  </a:cubicBezTo>
                  <a:cubicBezTo>
                    <a:pt x="5853495" y="128140"/>
                    <a:pt x="5846918" y="128140"/>
                    <a:pt x="5843631" y="125650"/>
                  </a:cubicBezTo>
                  <a:cubicBezTo>
                    <a:pt x="5840342" y="120669"/>
                    <a:pt x="5837054" y="113199"/>
                    <a:pt x="5833766" y="108218"/>
                  </a:cubicBezTo>
                  <a:cubicBezTo>
                    <a:pt x="5827190" y="100748"/>
                    <a:pt x="5827190" y="88297"/>
                    <a:pt x="5817325" y="83316"/>
                  </a:cubicBezTo>
                  <a:cubicBezTo>
                    <a:pt x="5810749" y="80826"/>
                    <a:pt x="5807461" y="78336"/>
                    <a:pt x="5804173" y="73356"/>
                  </a:cubicBezTo>
                  <a:cubicBezTo>
                    <a:pt x="5804173" y="70865"/>
                    <a:pt x="5797596" y="68375"/>
                    <a:pt x="5797596" y="65885"/>
                  </a:cubicBezTo>
                  <a:lnTo>
                    <a:pt x="5787732" y="58415"/>
                  </a:lnTo>
                  <a:cubicBezTo>
                    <a:pt x="5784444" y="53434"/>
                    <a:pt x="5781155" y="45964"/>
                    <a:pt x="5774579" y="43473"/>
                  </a:cubicBezTo>
                  <a:cubicBezTo>
                    <a:pt x="5761427" y="36003"/>
                    <a:pt x="5758138" y="26042"/>
                    <a:pt x="5764715" y="13591"/>
                  </a:cubicBezTo>
                  <a:cubicBezTo>
                    <a:pt x="5754850" y="11101"/>
                    <a:pt x="5748274" y="6120"/>
                    <a:pt x="5738410" y="6120"/>
                  </a:cubicBezTo>
                  <a:cubicBezTo>
                    <a:pt x="5698951" y="8611"/>
                    <a:pt x="5656206" y="13591"/>
                    <a:pt x="5616747" y="16081"/>
                  </a:cubicBezTo>
                  <a:cubicBezTo>
                    <a:pt x="5610171" y="16081"/>
                    <a:pt x="5600306" y="18571"/>
                    <a:pt x="5597019" y="21062"/>
                  </a:cubicBezTo>
                  <a:cubicBezTo>
                    <a:pt x="5570713" y="33513"/>
                    <a:pt x="5544408" y="23552"/>
                    <a:pt x="5518102" y="21062"/>
                  </a:cubicBezTo>
                  <a:cubicBezTo>
                    <a:pt x="5498374" y="21062"/>
                    <a:pt x="5478645" y="13591"/>
                    <a:pt x="5458916" y="11101"/>
                  </a:cubicBezTo>
                  <a:cubicBezTo>
                    <a:pt x="5435899" y="8611"/>
                    <a:pt x="5416170" y="11101"/>
                    <a:pt x="5393153" y="8611"/>
                  </a:cubicBezTo>
                  <a:cubicBezTo>
                    <a:pt x="5389865" y="8611"/>
                    <a:pt x="5386576" y="6120"/>
                    <a:pt x="5383288" y="3630"/>
                  </a:cubicBezTo>
                  <a:cubicBezTo>
                    <a:pt x="5376712" y="-1400"/>
                    <a:pt x="5363559" y="-130"/>
                    <a:pt x="5356983" y="1140"/>
                  </a:cubicBezTo>
                  <a:cubicBezTo>
                    <a:pt x="5347118" y="6120"/>
                    <a:pt x="5343831" y="13591"/>
                    <a:pt x="5337254" y="21062"/>
                  </a:cubicBezTo>
                  <a:cubicBezTo>
                    <a:pt x="5320813" y="23552"/>
                    <a:pt x="5297796" y="26042"/>
                    <a:pt x="5281355" y="33513"/>
                  </a:cubicBezTo>
                  <a:cubicBezTo>
                    <a:pt x="5268203" y="38493"/>
                    <a:pt x="5261626" y="40983"/>
                    <a:pt x="5251762" y="36003"/>
                  </a:cubicBezTo>
                  <a:lnTo>
                    <a:pt x="5248474" y="38493"/>
                  </a:lnTo>
                  <a:cubicBezTo>
                    <a:pt x="5255050" y="43473"/>
                    <a:pt x="5258338" y="50944"/>
                    <a:pt x="5264914" y="55924"/>
                  </a:cubicBezTo>
                  <a:cubicBezTo>
                    <a:pt x="5255050" y="58415"/>
                    <a:pt x="5241897" y="63395"/>
                    <a:pt x="5235321" y="60905"/>
                  </a:cubicBezTo>
                  <a:cubicBezTo>
                    <a:pt x="5218880" y="58415"/>
                    <a:pt x="5212304" y="63395"/>
                    <a:pt x="5199151" y="68375"/>
                  </a:cubicBezTo>
                  <a:cubicBezTo>
                    <a:pt x="5185999" y="75846"/>
                    <a:pt x="5169558" y="80826"/>
                    <a:pt x="5156405" y="85807"/>
                  </a:cubicBezTo>
                  <a:cubicBezTo>
                    <a:pt x="5153117" y="85807"/>
                    <a:pt x="5149829" y="85807"/>
                    <a:pt x="5146541" y="83316"/>
                  </a:cubicBezTo>
                  <a:cubicBezTo>
                    <a:pt x="5143252" y="83316"/>
                    <a:pt x="5139964" y="80826"/>
                    <a:pt x="5139964" y="80826"/>
                  </a:cubicBezTo>
                  <a:cubicBezTo>
                    <a:pt x="5123523" y="85807"/>
                    <a:pt x="5107083" y="90787"/>
                    <a:pt x="5090642" y="85807"/>
                  </a:cubicBezTo>
                  <a:cubicBezTo>
                    <a:pt x="5087354" y="85807"/>
                    <a:pt x="5087354" y="88297"/>
                    <a:pt x="5084065" y="88297"/>
                  </a:cubicBezTo>
                  <a:cubicBezTo>
                    <a:pt x="5064337" y="93277"/>
                    <a:pt x="5051184" y="110709"/>
                    <a:pt x="5024879" y="110709"/>
                  </a:cubicBezTo>
                  <a:cubicBezTo>
                    <a:pt x="5005150" y="110709"/>
                    <a:pt x="4985421" y="123160"/>
                    <a:pt x="4965692" y="123160"/>
                  </a:cubicBezTo>
                  <a:cubicBezTo>
                    <a:pt x="4942674" y="125650"/>
                    <a:pt x="4922946" y="130630"/>
                    <a:pt x="4903217" y="138101"/>
                  </a:cubicBezTo>
                  <a:cubicBezTo>
                    <a:pt x="4896640" y="140591"/>
                    <a:pt x="4890064" y="140591"/>
                    <a:pt x="4886776" y="140591"/>
                  </a:cubicBezTo>
                  <a:cubicBezTo>
                    <a:pt x="4870335" y="135611"/>
                    <a:pt x="4860470" y="143081"/>
                    <a:pt x="4853894" y="150552"/>
                  </a:cubicBezTo>
                  <a:cubicBezTo>
                    <a:pt x="4837454" y="167983"/>
                    <a:pt x="4811148" y="172964"/>
                    <a:pt x="4788131" y="177944"/>
                  </a:cubicBezTo>
                  <a:cubicBezTo>
                    <a:pt x="4758538" y="182924"/>
                    <a:pt x="4728944" y="185415"/>
                    <a:pt x="4699351" y="187905"/>
                  </a:cubicBezTo>
                  <a:cubicBezTo>
                    <a:pt x="4696063" y="187905"/>
                    <a:pt x="4692775" y="195375"/>
                    <a:pt x="4686199" y="197865"/>
                  </a:cubicBezTo>
                  <a:cubicBezTo>
                    <a:pt x="4682910" y="197865"/>
                    <a:pt x="4679622" y="195375"/>
                    <a:pt x="4679622" y="195375"/>
                  </a:cubicBezTo>
                  <a:cubicBezTo>
                    <a:pt x="4663181" y="210316"/>
                    <a:pt x="4653317" y="232728"/>
                    <a:pt x="4620435" y="230238"/>
                  </a:cubicBezTo>
                  <a:lnTo>
                    <a:pt x="4617147" y="230238"/>
                  </a:lnTo>
                  <a:cubicBezTo>
                    <a:pt x="4590842" y="242689"/>
                    <a:pt x="4564536" y="237709"/>
                    <a:pt x="4541519" y="232728"/>
                  </a:cubicBezTo>
                  <a:cubicBezTo>
                    <a:pt x="4534943" y="232728"/>
                    <a:pt x="4525079" y="227748"/>
                    <a:pt x="4521790" y="222767"/>
                  </a:cubicBezTo>
                  <a:cubicBezTo>
                    <a:pt x="4511926" y="207826"/>
                    <a:pt x="4485620" y="202846"/>
                    <a:pt x="4465891" y="207826"/>
                  </a:cubicBezTo>
                  <a:cubicBezTo>
                    <a:pt x="4449451" y="212807"/>
                    <a:pt x="4433010" y="215297"/>
                    <a:pt x="4416569" y="220277"/>
                  </a:cubicBezTo>
                  <a:cubicBezTo>
                    <a:pt x="4390264" y="225258"/>
                    <a:pt x="4367247" y="227748"/>
                    <a:pt x="4340942" y="217787"/>
                  </a:cubicBezTo>
                  <a:cubicBezTo>
                    <a:pt x="4314636" y="207826"/>
                    <a:pt x="4294907" y="215297"/>
                    <a:pt x="4281755" y="237709"/>
                  </a:cubicBezTo>
                  <a:cubicBezTo>
                    <a:pt x="4271890" y="252650"/>
                    <a:pt x="4245585" y="255140"/>
                    <a:pt x="4229144" y="242689"/>
                  </a:cubicBezTo>
                  <a:cubicBezTo>
                    <a:pt x="4219279" y="235218"/>
                    <a:pt x="4212703" y="237709"/>
                    <a:pt x="4202839" y="242689"/>
                  </a:cubicBezTo>
                  <a:lnTo>
                    <a:pt x="4183110" y="257630"/>
                  </a:lnTo>
                  <a:cubicBezTo>
                    <a:pt x="4179822" y="260120"/>
                    <a:pt x="4173245" y="260120"/>
                    <a:pt x="4169957" y="260120"/>
                  </a:cubicBezTo>
                  <a:lnTo>
                    <a:pt x="4150228" y="260120"/>
                  </a:lnTo>
                  <a:cubicBezTo>
                    <a:pt x="4137075" y="260120"/>
                    <a:pt x="4123923" y="257630"/>
                    <a:pt x="4110770" y="255140"/>
                  </a:cubicBezTo>
                  <a:cubicBezTo>
                    <a:pt x="4094330" y="252650"/>
                    <a:pt x="4081177" y="245179"/>
                    <a:pt x="4064736" y="242689"/>
                  </a:cubicBezTo>
                  <a:cubicBezTo>
                    <a:pt x="4038431" y="240199"/>
                    <a:pt x="4031854" y="222767"/>
                    <a:pt x="4021990" y="210316"/>
                  </a:cubicBezTo>
                  <a:cubicBezTo>
                    <a:pt x="4015414" y="202846"/>
                    <a:pt x="4002261" y="192885"/>
                    <a:pt x="3989109" y="195375"/>
                  </a:cubicBezTo>
                  <a:cubicBezTo>
                    <a:pt x="3975956" y="200356"/>
                    <a:pt x="3962803" y="195375"/>
                    <a:pt x="3952939" y="192885"/>
                  </a:cubicBezTo>
                  <a:cubicBezTo>
                    <a:pt x="3949650" y="192885"/>
                    <a:pt x="3943074" y="190395"/>
                    <a:pt x="3939786" y="190395"/>
                  </a:cubicBezTo>
                  <a:cubicBezTo>
                    <a:pt x="3916769" y="185415"/>
                    <a:pt x="3900328" y="195375"/>
                    <a:pt x="3883887" y="207826"/>
                  </a:cubicBezTo>
                  <a:lnTo>
                    <a:pt x="3870735" y="217787"/>
                  </a:lnTo>
                  <a:cubicBezTo>
                    <a:pt x="3867447" y="220277"/>
                    <a:pt x="3867447" y="225258"/>
                    <a:pt x="3864158" y="227748"/>
                  </a:cubicBezTo>
                  <a:cubicBezTo>
                    <a:pt x="3844429" y="240199"/>
                    <a:pt x="3824700" y="235218"/>
                    <a:pt x="3801683" y="227748"/>
                  </a:cubicBezTo>
                  <a:cubicBezTo>
                    <a:pt x="3781954" y="220277"/>
                    <a:pt x="3758937" y="227748"/>
                    <a:pt x="3752361" y="242689"/>
                  </a:cubicBezTo>
                  <a:cubicBezTo>
                    <a:pt x="3749073" y="252650"/>
                    <a:pt x="3745785" y="260120"/>
                    <a:pt x="3729344" y="265101"/>
                  </a:cubicBezTo>
                  <a:cubicBezTo>
                    <a:pt x="3712903" y="272571"/>
                    <a:pt x="3693174" y="277552"/>
                    <a:pt x="3689886" y="294983"/>
                  </a:cubicBezTo>
                  <a:cubicBezTo>
                    <a:pt x="3689886" y="297473"/>
                    <a:pt x="3686598" y="299964"/>
                    <a:pt x="3683309" y="299964"/>
                  </a:cubicBezTo>
                  <a:cubicBezTo>
                    <a:pt x="3673445" y="302454"/>
                    <a:pt x="3666869" y="304944"/>
                    <a:pt x="3657004" y="307434"/>
                  </a:cubicBezTo>
                  <a:lnTo>
                    <a:pt x="3627411" y="307434"/>
                  </a:lnTo>
                  <a:cubicBezTo>
                    <a:pt x="3607682" y="304944"/>
                    <a:pt x="3587953" y="299964"/>
                    <a:pt x="3568224" y="297473"/>
                  </a:cubicBezTo>
                  <a:cubicBezTo>
                    <a:pt x="3545207" y="294983"/>
                    <a:pt x="3525478" y="304944"/>
                    <a:pt x="3502461" y="307434"/>
                  </a:cubicBezTo>
                  <a:lnTo>
                    <a:pt x="3499173" y="309924"/>
                  </a:lnTo>
                  <a:cubicBezTo>
                    <a:pt x="3492597" y="317395"/>
                    <a:pt x="3482732" y="314905"/>
                    <a:pt x="3476156" y="309924"/>
                  </a:cubicBezTo>
                  <a:cubicBezTo>
                    <a:pt x="3463003" y="299964"/>
                    <a:pt x="3439985" y="297473"/>
                    <a:pt x="3423545" y="302454"/>
                  </a:cubicBezTo>
                  <a:cubicBezTo>
                    <a:pt x="3403816" y="309924"/>
                    <a:pt x="3384087" y="314905"/>
                    <a:pt x="3364358" y="319885"/>
                  </a:cubicBezTo>
                  <a:cubicBezTo>
                    <a:pt x="3357782" y="319885"/>
                    <a:pt x="3351206" y="317395"/>
                    <a:pt x="3347917" y="317395"/>
                  </a:cubicBezTo>
                  <a:cubicBezTo>
                    <a:pt x="3341341" y="317395"/>
                    <a:pt x="3331477" y="314905"/>
                    <a:pt x="3328188" y="317395"/>
                  </a:cubicBezTo>
                  <a:cubicBezTo>
                    <a:pt x="3301883" y="332336"/>
                    <a:pt x="3275578" y="327356"/>
                    <a:pt x="3252560" y="317395"/>
                  </a:cubicBezTo>
                  <a:cubicBezTo>
                    <a:pt x="3239408" y="312415"/>
                    <a:pt x="3219679" y="307434"/>
                    <a:pt x="3213103" y="292493"/>
                  </a:cubicBezTo>
                  <a:cubicBezTo>
                    <a:pt x="3209814" y="282532"/>
                    <a:pt x="3196662" y="272571"/>
                    <a:pt x="3186797" y="265101"/>
                  </a:cubicBezTo>
                  <a:cubicBezTo>
                    <a:pt x="3170357" y="252650"/>
                    <a:pt x="3153916" y="235218"/>
                    <a:pt x="3124322" y="235218"/>
                  </a:cubicBezTo>
                  <a:cubicBezTo>
                    <a:pt x="3117746" y="235218"/>
                    <a:pt x="3111170" y="225258"/>
                    <a:pt x="3107882" y="227748"/>
                  </a:cubicBezTo>
                  <a:cubicBezTo>
                    <a:pt x="3094729" y="230238"/>
                    <a:pt x="3094729" y="225258"/>
                    <a:pt x="3088153" y="220277"/>
                  </a:cubicBezTo>
                  <a:cubicBezTo>
                    <a:pt x="3081577" y="215297"/>
                    <a:pt x="3071712" y="210316"/>
                    <a:pt x="3065136" y="202846"/>
                  </a:cubicBezTo>
                  <a:cubicBezTo>
                    <a:pt x="3055271" y="192885"/>
                    <a:pt x="3045406" y="180434"/>
                    <a:pt x="3035542" y="170473"/>
                  </a:cubicBezTo>
                  <a:cubicBezTo>
                    <a:pt x="3025678" y="160513"/>
                    <a:pt x="3019101" y="148062"/>
                    <a:pt x="3009237" y="138101"/>
                  </a:cubicBezTo>
                  <a:cubicBezTo>
                    <a:pt x="3005949" y="135611"/>
                    <a:pt x="2996084" y="133120"/>
                    <a:pt x="2992796" y="135611"/>
                  </a:cubicBezTo>
                  <a:lnTo>
                    <a:pt x="2953338" y="150552"/>
                  </a:lnTo>
                  <a:cubicBezTo>
                    <a:pt x="2946762" y="153042"/>
                    <a:pt x="2943474" y="158022"/>
                    <a:pt x="2940186" y="163003"/>
                  </a:cubicBezTo>
                  <a:lnTo>
                    <a:pt x="2936897" y="160513"/>
                  </a:lnTo>
                  <a:cubicBezTo>
                    <a:pt x="2940186" y="153042"/>
                    <a:pt x="2943474" y="145571"/>
                    <a:pt x="2946762" y="143081"/>
                  </a:cubicBezTo>
                  <a:lnTo>
                    <a:pt x="2907304" y="135611"/>
                  </a:lnTo>
                  <a:cubicBezTo>
                    <a:pt x="2897439" y="133120"/>
                    <a:pt x="2880998" y="133120"/>
                    <a:pt x="2874422" y="133120"/>
                  </a:cubicBezTo>
                  <a:lnTo>
                    <a:pt x="2821812" y="133120"/>
                  </a:lnTo>
                  <a:cubicBezTo>
                    <a:pt x="2802083" y="133120"/>
                    <a:pt x="2785642" y="130630"/>
                    <a:pt x="2765913" y="133120"/>
                  </a:cubicBezTo>
                  <a:cubicBezTo>
                    <a:pt x="2752761" y="135611"/>
                    <a:pt x="2742896" y="130630"/>
                    <a:pt x="2733031" y="125650"/>
                  </a:cubicBezTo>
                  <a:cubicBezTo>
                    <a:pt x="2706726" y="110709"/>
                    <a:pt x="2680421" y="93277"/>
                    <a:pt x="2644251" y="100748"/>
                  </a:cubicBezTo>
                  <a:cubicBezTo>
                    <a:pt x="2640963" y="100748"/>
                    <a:pt x="2634387" y="98258"/>
                    <a:pt x="2631098" y="95767"/>
                  </a:cubicBezTo>
                  <a:cubicBezTo>
                    <a:pt x="2621234" y="93277"/>
                    <a:pt x="2614658" y="88297"/>
                    <a:pt x="2601505" y="83316"/>
                  </a:cubicBezTo>
                  <a:cubicBezTo>
                    <a:pt x="2601505" y="90787"/>
                    <a:pt x="2601505" y="93277"/>
                    <a:pt x="2604793" y="98258"/>
                  </a:cubicBezTo>
                  <a:cubicBezTo>
                    <a:pt x="2598217" y="103238"/>
                    <a:pt x="2594929" y="100748"/>
                    <a:pt x="2591641" y="98258"/>
                  </a:cubicBezTo>
                  <a:cubicBezTo>
                    <a:pt x="2588353" y="100748"/>
                    <a:pt x="2585064" y="105728"/>
                    <a:pt x="2581776" y="105728"/>
                  </a:cubicBezTo>
                  <a:cubicBezTo>
                    <a:pt x="2565335" y="110709"/>
                    <a:pt x="2548895" y="113199"/>
                    <a:pt x="2532454" y="118179"/>
                  </a:cubicBezTo>
                  <a:cubicBezTo>
                    <a:pt x="2525878" y="120669"/>
                    <a:pt x="2519301" y="123160"/>
                    <a:pt x="2516013" y="125650"/>
                  </a:cubicBezTo>
                  <a:cubicBezTo>
                    <a:pt x="2502860" y="133120"/>
                    <a:pt x="2492996" y="145571"/>
                    <a:pt x="2469979" y="143081"/>
                  </a:cubicBezTo>
                  <a:cubicBezTo>
                    <a:pt x="2466690" y="143081"/>
                    <a:pt x="2460114" y="148062"/>
                    <a:pt x="2453538" y="148062"/>
                  </a:cubicBezTo>
                  <a:cubicBezTo>
                    <a:pt x="2446962" y="150552"/>
                    <a:pt x="2437097" y="150552"/>
                    <a:pt x="2430521" y="153042"/>
                  </a:cubicBezTo>
                  <a:lnTo>
                    <a:pt x="2423945" y="153042"/>
                  </a:lnTo>
                  <a:cubicBezTo>
                    <a:pt x="2404215" y="158022"/>
                    <a:pt x="2387775" y="163003"/>
                    <a:pt x="2368046" y="165493"/>
                  </a:cubicBezTo>
                  <a:lnTo>
                    <a:pt x="2354893" y="165493"/>
                  </a:lnTo>
                  <a:cubicBezTo>
                    <a:pt x="2338452" y="165493"/>
                    <a:pt x="2325300" y="163003"/>
                    <a:pt x="2308859" y="163003"/>
                  </a:cubicBezTo>
                  <a:cubicBezTo>
                    <a:pt x="2292418" y="163003"/>
                    <a:pt x="2275977" y="167983"/>
                    <a:pt x="2259537" y="167983"/>
                  </a:cubicBezTo>
                  <a:cubicBezTo>
                    <a:pt x="2239807" y="167983"/>
                    <a:pt x="2216790" y="167983"/>
                    <a:pt x="2200350" y="158022"/>
                  </a:cubicBezTo>
                  <a:cubicBezTo>
                    <a:pt x="2197062" y="155532"/>
                    <a:pt x="2187197" y="155532"/>
                    <a:pt x="2180621" y="158022"/>
                  </a:cubicBezTo>
                  <a:cubicBezTo>
                    <a:pt x="2157603" y="160513"/>
                    <a:pt x="2134586" y="163003"/>
                    <a:pt x="2114857" y="167983"/>
                  </a:cubicBezTo>
                  <a:cubicBezTo>
                    <a:pt x="2095128" y="172964"/>
                    <a:pt x="2085264" y="167983"/>
                    <a:pt x="2078688" y="155532"/>
                  </a:cubicBezTo>
                  <a:cubicBezTo>
                    <a:pt x="2075400" y="150552"/>
                    <a:pt x="2068823" y="145571"/>
                    <a:pt x="2062247" y="140591"/>
                  </a:cubicBezTo>
                  <a:cubicBezTo>
                    <a:pt x="2052382" y="135611"/>
                    <a:pt x="2042518" y="128140"/>
                    <a:pt x="2032654" y="128140"/>
                  </a:cubicBezTo>
                  <a:cubicBezTo>
                    <a:pt x="2009636" y="128140"/>
                    <a:pt x="1996484" y="118179"/>
                    <a:pt x="1980043" y="110709"/>
                  </a:cubicBezTo>
                  <a:cubicBezTo>
                    <a:pt x="1953738" y="98258"/>
                    <a:pt x="1930720" y="83316"/>
                    <a:pt x="1897839" y="85807"/>
                  </a:cubicBezTo>
                  <a:lnTo>
                    <a:pt x="1897839" y="73356"/>
                  </a:lnTo>
                  <a:cubicBezTo>
                    <a:pt x="1904415" y="73356"/>
                    <a:pt x="1910992" y="73356"/>
                    <a:pt x="1917568" y="70865"/>
                  </a:cubicBezTo>
                  <a:cubicBezTo>
                    <a:pt x="1907703" y="65885"/>
                    <a:pt x="1907703" y="58415"/>
                    <a:pt x="1901127" y="53434"/>
                  </a:cubicBezTo>
                  <a:cubicBezTo>
                    <a:pt x="1887974" y="45964"/>
                    <a:pt x="1874822" y="43473"/>
                    <a:pt x="1861669" y="38493"/>
                  </a:cubicBezTo>
                  <a:cubicBezTo>
                    <a:pt x="1851805" y="36003"/>
                    <a:pt x="1838652" y="36003"/>
                    <a:pt x="1845228" y="48454"/>
                  </a:cubicBezTo>
                  <a:cubicBezTo>
                    <a:pt x="1828788" y="50944"/>
                    <a:pt x="1815635" y="50944"/>
                    <a:pt x="1809058" y="55924"/>
                  </a:cubicBezTo>
                  <a:cubicBezTo>
                    <a:pt x="1795906" y="63395"/>
                    <a:pt x="1782753" y="58415"/>
                    <a:pt x="1772889" y="53434"/>
                  </a:cubicBezTo>
                  <a:cubicBezTo>
                    <a:pt x="1766312" y="50944"/>
                    <a:pt x="1759736" y="48454"/>
                    <a:pt x="1753160" y="50944"/>
                  </a:cubicBezTo>
                  <a:cubicBezTo>
                    <a:pt x="1713702" y="65885"/>
                    <a:pt x="1674244" y="58415"/>
                    <a:pt x="1634786" y="58415"/>
                  </a:cubicBezTo>
                  <a:cubicBezTo>
                    <a:pt x="1628210" y="58415"/>
                    <a:pt x="1621634" y="55924"/>
                    <a:pt x="1611769" y="55924"/>
                  </a:cubicBezTo>
                  <a:cubicBezTo>
                    <a:pt x="1598616" y="53434"/>
                    <a:pt x="1588752" y="48454"/>
                    <a:pt x="1575599" y="45964"/>
                  </a:cubicBezTo>
                  <a:cubicBezTo>
                    <a:pt x="1562447" y="43473"/>
                    <a:pt x="1546006" y="40983"/>
                    <a:pt x="1532853" y="38493"/>
                  </a:cubicBezTo>
                  <a:lnTo>
                    <a:pt x="1522989" y="38493"/>
                  </a:lnTo>
                  <a:cubicBezTo>
                    <a:pt x="1499972" y="38493"/>
                    <a:pt x="1476955" y="40983"/>
                    <a:pt x="1457226" y="40983"/>
                  </a:cubicBezTo>
                  <a:cubicBezTo>
                    <a:pt x="1440785" y="40983"/>
                    <a:pt x="1424344" y="36003"/>
                    <a:pt x="1404615" y="33513"/>
                  </a:cubicBezTo>
                  <a:cubicBezTo>
                    <a:pt x="1401327" y="13591"/>
                    <a:pt x="1375022" y="18571"/>
                    <a:pt x="1358581" y="8611"/>
                  </a:cubicBezTo>
                  <a:cubicBezTo>
                    <a:pt x="1355293" y="6120"/>
                    <a:pt x="1348716" y="8611"/>
                    <a:pt x="1345428" y="8611"/>
                  </a:cubicBezTo>
                  <a:cubicBezTo>
                    <a:pt x="1325699" y="6120"/>
                    <a:pt x="1312547" y="13591"/>
                    <a:pt x="1305970" y="26042"/>
                  </a:cubicBezTo>
                  <a:cubicBezTo>
                    <a:pt x="1296106" y="38493"/>
                    <a:pt x="1269800" y="43473"/>
                    <a:pt x="1279665" y="63395"/>
                  </a:cubicBezTo>
                  <a:cubicBezTo>
                    <a:pt x="1282953" y="65885"/>
                    <a:pt x="1289529" y="68375"/>
                    <a:pt x="1292818" y="73356"/>
                  </a:cubicBezTo>
                  <a:cubicBezTo>
                    <a:pt x="1292818" y="80826"/>
                    <a:pt x="1289529" y="85807"/>
                    <a:pt x="1279665" y="83316"/>
                  </a:cubicBezTo>
                  <a:cubicBezTo>
                    <a:pt x="1276377" y="83316"/>
                    <a:pt x="1273089" y="88297"/>
                    <a:pt x="1269800" y="90787"/>
                  </a:cubicBezTo>
                  <a:cubicBezTo>
                    <a:pt x="1266512" y="93277"/>
                    <a:pt x="1266512" y="98258"/>
                    <a:pt x="1263224" y="98258"/>
                  </a:cubicBezTo>
                  <a:cubicBezTo>
                    <a:pt x="1243495" y="103238"/>
                    <a:pt x="1230343" y="115689"/>
                    <a:pt x="1207325" y="113199"/>
                  </a:cubicBezTo>
                  <a:lnTo>
                    <a:pt x="1200749" y="113199"/>
                  </a:lnTo>
                  <a:cubicBezTo>
                    <a:pt x="1181020" y="125650"/>
                    <a:pt x="1161291" y="123160"/>
                    <a:pt x="1138274" y="120669"/>
                  </a:cubicBezTo>
                  <a:cubicBezTo>
                    <a:pt x="1128410" y="118179"/>
                    <a:pt x="1115257" y="120669"/>
                    <a:pt x="1102104" y="120669"/>
                  </a:cubicBezTo>
                  <a:cubicBezTo>
                    <a:pt x="1092240" y="120669"/>
                    <a:pt x="1082375" y="120669"/>
                    <a:pt x="1072511" y="115689"/>
                  </a:cubicBezTo>
                  <a:cubicBezTo>
                    <a:pt x="1059358" y="110709"/>
                    <a:pt x="1046206" y="103238"/>
                    <a:pt x="1033053" y="98258"/>
                  </a:cubicBezTo>
                  <a:cubicBezTo>
                    <a:pt x="1019900" y="93277"/>
                    <a:pt x="1003459" y="93277"/>
                    <a:pt x="1003459" y="75846"/>
                  </a:cubicBezTo>
                  <a:cubicBezTo>
                    <a:pt x="1003459" y="73356"/>
                    <a:pt x="996883" y="70865"/>
                    <a:pt x="996883" y="68375"/>
                  </a:cubicBezTo>
                  <a:cubicBezTo>
                    <a:pt x="973866" y="83316"/>
                    <a:pt x="954137" y="95767"/>
                    <a:pt x="934408" y="108218"/>
                  </a:cubicBezTo>
                  <a:cubicBezTo>
                    <a:pt x="924544" y="115689"/>
                    <a:pt x="911391" y="125650"/>
                    <a:pt x="917967" y="138101"/>
                  </a:cubicBezTo>
                  <a:cubicBezTo>
                    <a:pt x="917967" y="140591"/>
                    <a:pt x="914679" y="143081"/>
                    <a:pt x="914679" y="145571"/>
                  </a:cubicBezTo>
                  <a:cubicBezTo>
                    <a:pt x="911391" y="150552"/>
                    <a:pt x="908103" y="155532"/>
                    <a:pt x="901527" y="158022"/>
                  </a:cubicBezTo>
                  <a:cubicBezTo>
                    <a:pt x="894950" y="165493"/>
                    <a:pt x="888374" y="172964"/>
                    <a:pt x="881798" y="182924"/>
                  </a:cubicBezTo>
                  <a:lnTo>
                    <a:pt x="862069" y="197865"/>
                  </a:lnTo>
                  <a:cubicBezTo>
                    <a:pt x="855492" y="205336"/>
                    <a:pt x="848916" y="212807"/>
                    <a:pt x="839052" y="217787"/>
                  </a:cubicBezTo>
                  <a:cubicBezTo>
                    <a:pt x="816034" y="232728"/>
                    <a:pt x="793017" y="247669"/>
                    <a:pt x="766712" y="262611"/>
                  </a:cubicBezTo>
                  <a:cubicBezTo>
                    <a:pt x="753559" y="272571"/>
                    <a:pt x="737119" y="280042"/>
                    <a:pt x="723966" y="290003"/>
                  </a:cubicBezTo>
                  <a:cubicBezTo>
                    <a:pt x="700949" y="304944"/>
                    <a:pt x="674644" y="317395"/>
                    <a:pt x="661491" y="339807"/>
                  </a:cubicBezTo>
                  <a:cubicBezTo>
                    <a:pt x="661491" y="342297"/>
                    <a:pt x="654915" y="344787"/>
                    <a:pt x="651626" y="347277"/>
                  </a:cubicBezTo>
                  <a:cubicBezTo>
                    <a:pt x="635186" y="357238"/>
                    <a:pt x="608880" y="357238"/>
                    <a:pt x="608880" y="377160"/>
                  </a:cubicBezTo>
                  <a:cubicBezTo>
                    <a:pt x="582575" y="377160"/>
                    <a:pt x="569422" y="392101"/>
                    <a:pt x="556270" y="404552"/>
                  </a:cubicBezTo>
                  <a:cubicBezTo>
                    <a:pt x="546405" y="414513"/>
                    <a:pt x="536541" y="426964"/>
                    <a:pt x="523388" y="434434"/>
                  </a:cubicBezTo>
                  <a:cubicBezTo>
                    <a:pt x="510236" y="439415"/>
                    <a:pt x="493795" y="436924"/>
                    <a:pt x="477354" y="436924"/>
                  </a:cubicBezTo>
                  <a:cubicBezTo>
                    <a:pt x="470778" y="436924"/>
                    <a:pt x="464201" y="436924"/>
                    <a:pt x="464201" y="439415"/>
                  </a:cubicBezTo>
                  <a:cubicBezTo>
                    <a:pt x="451049" y="449375"/>
                    <a:pt x="434608" y="456846"/>
                    <a:pt x="424743" y="469297"/>
                  </a:cubicBezTo>
                  <a:cubicBezTo>
                    <a:pt x="414879" y="481748"/>
                    <a:pt x="405014" y="489218"/>
                    <a:pt x="388574" y="491709"/>
                  </a:cubicBezTo>
                  <a:cubicBezTo>
                    <a:pt x="372133" y="494199"/>
                    <a:pt x="355692" y="506650"/>
                    <a:pt x="332675" y="499179"/>
                  </a:cubicBezTo>
                  <a:cubicBezTo>
                    <a:pt x="312946" y="494199"/>
                    <a:pt x="289929" y="499179"/>
                    <a:pt x="276776" y="489218"/>
                  </a:cubicBezTo>
                  <a:cubicBezTo>
                    <a:pt x="250471" y="491709"/>
                    <a:pt x="230742" y="496689"/>
                    <a:pt x="207725" y="499179"/>
                  </a:cubicBezTo>
                  <a:cubicBezTo>
                    <a:pt x="181420" y="504160"/>
                    <a:pt x="151826" y="501669"/>
                    <a:pt x="128809" y="516611"/>
                  </a:cubicBezTo>
                  <a:cubicBezTo>
                    <a:pt x="109080" y="529062"/>
                    <a:pt x="92639" y="541513"/>
                    <a:pt x="63046" y="539022"/>
                  </a:cubicBezTo>
                  <a:cubicBezTo>
                    <a:pt x="66334" y="553964"/>
                    <a:pt x="69622" y="566415"/>
                    <a:pt x="72910" y="581356"/>
                  </a:cubicBezTo>
                  <a:cubicBezTo>
                    <a:pt x="79487" y="621199"/>
                    <a:pt x="86063" y="661042"/>
                    <a:pt x="89351" y="700885"/>
                  </a:cubicBezTo>
                  <a:cubicBezTo>
                    <a:pt x="99216" y="750689"/>
                    <a:pt x="102504" y="798003"/>
                    <a:pt x="95927" y="845316"/>
                  </a:cubicBezTo>
                  <a:cubicBezTo>
                    <a:pt x="89351" y="912552"/>
                    <a:pt x="59758" y="3213493"/>
                    <a:pt x="30164" y="3275748"/>
                  </a:cubicBezTo>
                  <a:lnTo>
                    <a:pt x="571" y="3328042"/>
                  </a:lnTo>
                  <a:cubicBezTo>
                    <a:pt x="-1969" y="3340493"/>
                    <a:pt x="3859" y="3347963"/>
                    <a:pt x="20300" y="3350454"/>
                  </a:cubicBezTo>
                  <a:cubicBezTo>
                    <a:pt x="40029" y="3352944"/>
                    <a:pt x="46605" y="3362905"/>
                    <a:pt x="53181" y="3375356"/>
                  </a:cubicBezTo>
                  <a:cubicBezTo>
                    <a:pt x="59758" y="3395277"/>
                    <a:pt x="49893" y="3415199"/>
                    <a:pt x="63046" y="3435120"/>
                  </a:cubicBezTo>
                  <a:cubicBezTo>
                    <a:pt x="69622" y="3445081"/>
                    <a:pt x="63046" y="3462512"/>
                    <a:pt x="59758" y="3477454"/>
                  </a:cubicBezTo>
                  <a:cubicBezTo>
                    <a:pt x="56469" y="3497375"/>
                    <a:pt x="63046" y="3517297"/>
                    <a:pt x="72910" y="3534728"/>
                  </a:cubicBezTo>
                  <a:cubicBezTo>
                    <a:pt x="95927" y="3564611"/>
                    <a:pt x="99216" y="3599473"/>
                    <a:pt x="99216" y="3631846"/>
                  </a:cubicBezTo>
                  <a:cubicBezTo>
                    <a:pt x="99216" y="3639317"/>
                    <a:pt x="102504" y="3646787"/>
                    <a:pt x="105792" y="3651768"/>
                  </a:cubicBezTo>
                  <a:cubicBezTo>
                    <a:pt x="112368" y="3656748"/>
                    <a:pt x="125521" y="3661728"/>
                    <a:pt x="138673" y="3664219"/>
                  </a:cubicBezTo>
                  <a:lnTo>
                    <a:pt x="217589" y="3694101"/>
                  </a:lnTo>
                  <a:cubicBezTo>
                    <a:pt x="253759" y="3709042"/>
                    <a:pt x="283353" y="3706552"/>
                    <a:pt x="316234" y="3689121"/>
                  </a:cubicBezTo>
                  <a:cubicBezTo>
                    <a:pt x="319522" y="3686630"/>
                    <a:pt x="329387" y="3684140"/>
                    <a:pt x="332675" y="3684140"/>
                  </a:cubicBezTo>
                  <a:cubicBezTo>
                    <a:pt x="355692" y="3686630"/>
                    <a:pt x="378709" y="3686630"/>
                    <a:pt x="398438" y="3701571"/>
                  </a:cubicBezTo>
                  <a:cubicBezTo>
                    <a:pt x="421455" y="3716512"/>
                    <a:pt x="454337" y="3726473"/>
                    <a:pt x="480642" y="3738925"/>
                  </a:cubicBezTo>
                  <a:cubicBezTo>
                    <a:pt x="497083" y="3746395"/>
                    <a:pt x="516812" y="3756356"/>
                    <a:pt x="526676" y="3766316"/>
                  </a:cubicBezTo>
                  <a:cubicBezTo>
                    <a:pt x="533253" y="3771297"/>
                    <a:pt x="539829" y="3776277"/>
                    <a:pt x="546405" y="3778768"/>
                  </a:cubicBezTo>
                  <a:cubicBezTo>
                    <a:pt x="582575" y="3788729"/>
                    <a:pt x="602304" y="3813631"/>
                    <a:pt x="625321" y="3833551"/>
                  </a:cubicBezTo>
                  <a:cubicBezTo>
                    <a:pt x="645050" y="3850983"/>
                    <a:pt x="671355" y="3860944"/>
                    <a:pt x="700949" y="3863434"/>
                  </a:cubicBezTo>
                  <a:cubicBezTo>
                    <a:pt x="733830" y="3868414"/>
                    <a:pt x="766712" y="3870905"/>
                    <a:pt x="799594" y="3875885"/>
                  </a:cubicBezTo>
                  <a:cubicBezTo>
                    <a:pt x="812746" y="3878375"/>
                    <a:pt x="829187" y="3880866"/>
                    <a:pt x="842340" y="3885846"/>
                  </a:cubicBezTo>
                  <a:cubicBezTo>
                    <a:pt x="858780" y="3890826"/>
                    <a:pt x="875221" y="3890826"/>
                    <a:pt x="888374" y="3898297"/>
                  </a:cubicBezTo>
                  <a:cubicBezTo>
                    <a:pt x="908103" y="3910748"/>
                    <a:pt x="927832" y="3918218"/>
                    <a:pt x="954137" y="3913238"/>
                  </a:cubicBezTo>
                  <a:cubicBezTo>
                    <a:pt x="964002" y="3910748"/>
                    <a:pt x="977154" y="3915728"/>
                    <a:pt x="987019" y="3918218"/>
                  </a:cubicBezTo>
                  <a:cubicBezTo>
                    <a:pt x="990307" y="3918218"/>
                    <a:pt x="993595" y="3920709"/>
                    <a:pt x="996883" y="3920709"/>
                  </a:cubicBezTo>
                  <a:cubicBezTo>
                    <a:pt x="1033053" y="3923199"/>
                    <a:pt x="1065935" y="3918218"/>
                    <a:pt x="1098816" y="3913238"/>
                  </a:cubicBezTo>
                  <a:cubicBezTo>
                    <a:pt x="1111969" y="3910748"/>
                    <a:pt x="1125121" y="3908257"/>
                    <a:pt x="1138274" y="3903277"/>
                  </a:cubicBezTo>
                  <a:cubicBezTo>
                    <a:pt x="1174444" y="3890826"/>
                    <a:pt x="1210614" y="3878375"/>
                    <a:pt x="1243495" y="3863434"/>
                  </a:cubicBezTo>
                  <a:cubicBezTo>
                    <a:pt x="1266512" y="3853473"/>
                    <a:pt x="1289529" y="3843512"/>
                    <a:pt x="1315835" y="3853473"/>
                  </a:cubicBezTo>
                  <a:lnTo>
                    <a:pt x="1328987" y="3853473"/>
                  </a:lnTo>
                  <a:cubicBezTo>
                    <a:pt x="1352004" y="3853473"/>
                    <a:pt x="1375022" y="3850983"/>
                    <a:pt x="1394750" y="3848493"/>
                  </a:cubicBezTo>
                  <a:cubicBezTo>
                    <a:pt x="1398039" y="3848493"/>
                    <a:pt x="1404615" y="3848493"/>
                    <a:pt x="1404615" y="3846003"/>
                  </a:cubicBezTo>
                  <a:cubicBezTo>
                    <a:pt x="1414479" y="3836042"/>
                    <a:pt x="1430920" y="3836042"/>
                    <a:pt x="1447361" y="3833551"/>
                  </a:cubicBezTo>
                  <a:cubicBezTo>
                    <a:pt x="1473666" y="3831062"/>
                    <a:pt x="1499972" y="3831062"/>
                    <a:pt x="1519701" y="3818611"/>
                  </a:cubicBezTo>
                  <a:cubicBezTo>
                    <a:pt x="1539430" y="3808650"/>
                    <a:pt x="1559158" y="3806160"/>
                    <a:pt x="1582176" y="3803670"/>
                  </a:cubicBezTo>
                  <a:cubicBezTo>
                    <a:pt x="1585464" y="3803670"/>
                    <a:pt x="1592040" y="3801179"/>
                    <a:pt x="1595328" y="3801179"/>
                  </a:cubicBezTo>
                  <a:cubicBezTo>
                    <a:pt x="1611769" y="3798689"/>
                    <a:pt x="1628210" y="3791218"/>
                    <a:pt x="1641363" y="3793709"/>
                  </a:cubicBezTo>
                  <a:cubicBezTo>
                    <a:pt x="1670956" y="3798689"/>
                    <a:pt x="1684109" y="3791218"/>
                    <a:pt x="1703837" y="3771297"/>
                  </a:cubicBezTo>
                  <a:cubicBezTo>
                    <a:pt x="1707126" y="3766316"/>
                    <a:pt x="1716990" y="3763827"/>
                    <a:pt x="1723566" y="3761336"/>
                  </a:cubicBezTo>
                  <a:cubicBezTo>
                    <a:pt x="1740007" y="3758846"/>
                    <a:pt x="1756448" y="3761336"/>
                    <a:pt x="1772889" y="3758846"/>
                  </a:cubicBezTo>
                  <a:cubicBezTo>
                    <a:pt x="1782753" y="3758846"/>
                    <a:pt x="1792618" y="3751375"/>
                    <a:pt x="1799194" y="3751375"/>
                  </a:cubicBezTo>
                  <a:cubicBezTo>
                    <a:pt x="1825499" y="3753866"/>
                    <a:pt x="1855093" y="3746395"/>
                    <a:pt x="1878110" y="3758846"/>
                  </a:cubicBezTo>
                  <a:cubicBezTo>
                    <a:pt x="1881398" y="3761336"/>
                    <a:pt x="1887974" y="3761336"/>
                    <a:pt x="1894551" y="3761336"/>
                  </a:cubicBezTo>
                  <a:cubicBezTo>
                    <a:pt x="1937297" y="3763827"/>
                    <a:pt x="1973466" y="3773787"/>
                    <a:pt x="2003060" y="3793709"/>
                  </a:cubicBezTo>
                  <a:cubicBezTo>
                    <a:pt x="2012925" y="3801179"/>
                    <a:pt x="2026077" y="3806160"/>
                    <a:pt x="2035942" y="3811140"/>
                  </a:cubicBezTo>
                  <a:cubicBezTo>
                    <a:pt x="2045806" y="3816120"/>
                    <a:pt x="2058959" y="3816120"/>
                    <a:pt x="2068823" y="3818611"/>
                  </a:cubicBezTo>
                  <a:cubicBezTo>
                    <a:pt x="2078688" y="3821101"/>
                    <a:pt x="2085264" y="3823591"/>
                    <a:pt x="2095128" y="3823591"/>
                  </a:cubicBezTo>
                  <a:cubicBezTo>
                    <a:pt x="2111569" y="3823591"/>
                    <a:pt x="2124722" y="3828571"/>
                    <a:pt x="2134586" y="3838532"/>
                  </a:cubicBezTo>
                  <a:cubicBezTo>
                    <a:pt x="2137874" y="3841022"/>
                    <a:pt x="2141163" y="3843512"/>
                    <a:pt x="2144451" y="3848493"/>
                  </a:cubicBezTo>
                  <a:cubicBezTo>
                    <a:pt x="2141163" y="3855964"/>
                    <a:pt x="2160892" y="3875885"/>
                    <a:pt x="2174044" y="3875885"/>
                  </a:cubicBezTo>
                  <a:cubicBezTo>
                    <a:pt x="2197062" y="3875885"/>
                    <a:pt x="2220079" y="3880866"/>
                    <a:pt x="2239807" y="3893316"/>
                  </a:cubicBezTo>
                  <a:cubicBezTo>
                    <a:pt x="2243096" y="3895807"/>
                    <a:pt x="2249672" y="3895807"/>
                    <a:pt x="2256248" y="3893316"/>
                  </a:cubicBezTo>
                  <a:cubicBezTo>
                    <a:pt x="2266113" y="3890826"/>
                    <a:pt x="2272689" y="3890826"/>
                    <a:pt x="2279265" y="3898297"/>
                  </a:cubicBezTo>
                  <a:cubicBezTo>
                    <a:pt x="2282554" y="3900787"/>
                    <a:pt x="2295706" y="3900787"/>
                    <a:pt x="2302282" y="3900787"/>
                  </a:cubicBezTo>
                  <a:cubicBezTo>
                    <a:pt x="2318723" y="3900787"/>
                    <a:pt x="2338452" y="3898297"/>
                    <a:pt x="2354893" y="3900787"/>
                  </a:cubicBezTo>
                  <a:cubicBezTo>
                    <a:pt x="2384487" y="3903277"/>
                    <a:pt x="2410792" y="3905768"/>
                    <a:pt x="2440385" y="3910748"/>
                  </a:cubicBezTo>
                  <a:cubicBezTo>
                    <a:pt x="2446962" y="3910748"/>
                    <a:pt x="2453538" y="3913238"/>
                    <a:pt x="2456826" y="3915728"/>
                  </a:cubicBezTo>
                  <a:cubicBezTo>
                    <a:pt x="2463402" y="3928179"/>
                    <a:pt x="2479843" y="3928179"/>
                    <a:pt x="2489708" y="3930670"/>
                  </a:cubicBezTo>
                  <a:cubicBezTo>
                    <a:pt x="2499572" y="3933159"/>
                    <a:pt x="2512725" y="3935650"/>
                    <a:pt x="2519301" y="3935650"/>
                  </a:cubicBezTo>
                  <a:cubicBezTo>
                    <a:pt x="2522589" y="3933159"/>
                    <a:pt x="2529165" y="3930670"/>
                    <a:pt x="2535742" y="3925689"/>
                  </a:cubicBezTo>
                  <a:cubicBezTo>
                    <a:pt x="2522589" y="3925689"/>
                    <a:pt x="2516013" y="3928179"/>
                    <a:pt x="2509437" y="3928179"/>
                  </a:cubicBezTo>
                  <a:cubicBezTo>
                    <a:pt x="2522589" y="3915728"/>
                    <a:pt x="2535742" y="3913238"/>
                    <a:pt x="2552183" y="3920709"/>
                  </a:cubicBezTo>
                  <a:cubicBezTo>
                    <a:pt x="2571912" y="3933159"/>
                    <a:pt x="2588353" y="3933159"/>
                    <a:pt x="2611370" y="3920709"/>
                  </a:cubicBezTo>
                  <a:lnTo>
                    <a:pt x="2631098" y="3913238"/>
                  </a:lnTo>
                  <a:lnTo>
                    <a:pt x="2631098" y="3900787"/>
                  </a:lnTo>
                  <a:cubicBezTo>
                    <a:pt x="2640963" y="3903277"/>
                    <a:pt x="2650827" y="3908257"/>
                    <a:pt x="2657404" y="3908257"/>
                  </a:cubicBezTo>
                  <a:cubicBezTo>
                    <a:pt x="2677133" y="3900787"/>
                    <a:pt x="2696862" y="3893316"/>
                    <a:pt x="2713303" y="3883355"/>
                  </a:cubicBezTo>
                  <a:cubicBezTo>
                    <a:pt x="2733031" y="3873395"/>
                    <a:pt x="2749472" y="3860944"/>
                    <a:pt x="2765913" y="3850983"/>
                  </a:cubicBezTo>
                  <a:cubicBezTo>
                    <a:pt x="2769201" y="3850983"/>
                    <a:pt x="2769201" y="3848493"/>
                    <a:pt x="2772489" y="3848493"/>
                  </a:cubicBezTo>
                  <a:cubicBezTo>
                    <a:pt x="2795506" y="3843512"/>
                    <a:pt x="2815235" y="3841022"/>
                    <a:pt x="2838253" y="3836042"/>
                  </a:cubicBezTo>
                  <a:cubicBezTo>
                    <a:pt x="2851405" y="3833551"/>
                    <a:pt x="2861270" y="3828571"/>
                    <a:pt x="2874422" y="3826081"/>
                  </a:cubicBezTo>
                  <a:cubicBezTo>
                    <a:pt x="2884287" y="3823591"/>
                    <a:pt x="2890863" y="3823591"/>
                    <a:pt x="2900728" y="3821101"/>
                  </a:cubicBezTo>
                  <a:lnTo>
                    <a:pt x="2933609" y="3821101"/>
                  </a:lnTo>
                  <a:cubicBezTo>
                    <a:pt x="2940186" y="3821101"/>
                    <a:pt x="2950050" y="3821101"/>
                    <a:pt x="2956626" y="3818611"/>
                  </a:cubicBezTo>
                  <a:cubicBezTo>
                    <a:pt x="2959914" y="3813631"/>
                    <a:pt x="2966491" y="3806160"/>
                    <a:pt x="2969779" y="3806160"/>
                  </a:cubicBezTo>
                  <a:cubicBezTo>
                    <a:pt x="2979643" y="3806160"/>
                    <a:pt x="2986220" y="3811140"/>
                    <a:pt x="2996084" y="3813631"/>
                  </a:cubicBezTo>
                  <a:cubicBezTo>
                    <a:pt x="2999372" y="3813631"/>
                    <a:pt x="2999372" y="3816120"/>
                    <a:pt x="2999372" y="3818611"/>
                  </a:cubicBezTo>
                  <a:cubicBezTo>
                    <a:pt x="3012525" y="3828571"/>
                    <a:pt x="3022389" y="3841022"/>
                    <a:pt x="3035542" y="3850983"/>
                  </a:cubicBezTo>
                  <a:cubicBezTo>
                    <a:pt x="3051983" y="3863434"/>
                    <a:pt x="3068424" y="3863434"/>
                    <a:pt x="3078288" y="3855964"/>
                  </a:cubicBezTo>
                  <a:cubicBezTo>
                    <a:pt x="3094729" y="3846003"/>
                    <a:pt x="3107882" y="3838532"/>
                    <a:pt x="3130899" y="3843512"/>
                  </a:cubicBezTo>
                  <a:cubicBezTo>
                    <a:pt x="3134187" y="3843512"/>
                    <a:pt x="3140763" y="3846003"/>
                    <a:pt x="3144051" y="3843512"/>
                  </a:cubicBezTo>
                  <a:cubicBezTo>
                    <a:pt x="3160492" y="3838532"/>
                    <a:pt x="3180221" y="3833551"/>
                    <a:pt x="3196662" y="3826081"/>
                  </a:cubicBezTo>
                  <a:cubicBezTo>
                    <a:pt x="3206526" y="3823591"/>
                    <a:pt x="3219679" y="3823591"/>
                    <a:pt x="3222967" y="3818611"/>
                  </a:cubicBezTo>
                  <a:cubicBezTo>
                    <a:pt x="3232832" y="3803670"/>
                    <a:pt x="3249273" y="3796199"/>
                    <a:pt x="3265713" y="3786238"/>
                  </a:cubicBezTo>
                  <a:cubicBezTo>
                    <a:pt x="3275578" y="3778768"/>
                    <a:pt x="3285442" y="3768807"/>
                    <a:pt x="3295307" y="3766316"/>
                  </a:cubicBezTo>
                  <a:cubicBezTo>
                    <a:pt x="3318324" y="3761336"/>
                    <a:pt x="3334765" y="3746395"/>
                    <a:pt x="3354493" y="3736434"/>
                  </a:cubicBezTo>
                  <a:cubicBezTo>
                    <a:pt x="3370934" y="3728964"/>
                    <a:pt x="3380799" y="3714023"/>
                    <a:pt x="3397240" y="3711532"/>
                  </a:cubicBezTo>
                  <a:cubicBezTo>
                    <a:pt x="3423545" y="3706552"/>
                    <a:pt x="3443274" y="3694101"/>
                    <a:pt x="3466291" y="3681650"/>
                  </a:cubicBezTo>
                  <a:cubicBezTo>
                    <a:pt x="3479444" y="3674179"/>
                    <a:pt x="3495884" y="3669199"/>
                    <a:pt x="3512325" y="3671689"/>
                  </a:cubicBezTo>
                  <a:cubicBezTo>
                    <a:pt x="3522190" y="3674179"/>
                    <a:pt x="3535342" y="3671689"/>
                    <a:pt x="3541919" y="3669199"/>
                  </a:cubicBezTo>
                  <a:cubicBezTo>
                    <a:pt x="3555071" y="3664219"/>
                    <a:pt x="3568224" y="3656748"/>
                    <a:pt x="3581376" y="3651768"/>
                  </a:cubicBezTo>
                  <a:cubicBezTo>
                    <a:pt x="3591241" y="3646787"/>
                    <a:pt x="3601105" y="3641807"/>
                    <a:pt x="3610970" y="3641807"/>
                  </a:cubicBezTo>
                  <a:cubicBezTo>
                    <a:pt x="3643852" y="3639317"/>
                    <a:pt x="3670157" y="3634336"/>
                    <a:pt x="3686598" y="3609434"/>
                  </a:cubicBezTo>
                  <a:cubicBezTo>
                    <a:pt x="3693174" y="3599473"/>
                    <a:pt x="3726056" y="3587022"/>
                    <a:pt x="3739208" y="3592003"/>
                  </a:cubicBezTo>
                  <a:cubicBezTo>
                    <a:pt x="3762226" y="3599473"/>
                    <a:pt x="3778666" y="3594493"/>
                    <a:pt x="3791819" y="3579552"/>
                  </a:cubicBezTo>
                  <a:cubicBezTo>
                    <a:pt x="3801683" y="3572081"/>
                    <a:pt x="3814836" y="3574571"/>
                    <a:pt x="3824700" y="3579552"/>
                  </a:cubicBezTo>
                  <a:cubicBezTo>
                    <a:pt x="3831277" y="3584532"/>
                    <a:pt x="3837853" y="3587022"/>
                    <a:pt x="3844429" y="3587022"/>
                  </a:cubicBezTo>
                  <a:cubicBezTo>
                    <a:pt x="3867447" y="3589513"/>
                    <a:pt x="3893752" y="3587022"/>
                    <a:pt x="3916769" y="3589513"/>
                  </a:cubicBezTo>
                  <a:cubicBezTo>
                    <a:pt x="3936498" y="3592003"/>
                    <a:pt x="3956227" y="3587022"/>
                    <a:pt x="3969380" y="3577062"/>
                  </a:cubicBezTo>
                  <a:cubicBezTo>
                    <a:pt x="3982532" y="3567101"/>
                    <a:pt x="3992397" y="3567101"/>
                    <a:pt x="4012125" y="3572081"/>
                  </a:cubicBezTo>
                  <a:cubicBezTo>
                    <a:pt x="4028566" y="3577062"/>
                    <a:pt x="4041719" y="3589513"/>
                    <a:pt x="4064736" y="3587022"/>
                  </a:cubicBezTo>
                  <a:cubicBezTo>
                    <a:pt x="4084465" y="3584532"/>
                    <a:pt x="4107482" y="3592003"/>
                    <a:pt x="4130499" y="3584532"/>
                  </a:cubicBezTo>
                  <a:lnTo>
                    <a:pt x="4143652" y="3584532"/>
                  </a:lnTo>
                  <a:cubicBezTo>
                    <a:pt x="4163381" y="3589513"/>
                    <a:pt x="4183110" y="3592003"/>
                    <a:pt x="4199551" y="3604454"/>
                  </a:cubicBezTo>
                  <a:cubicBezTo>
                    <a:pt x="4219279" y="3616905"/>
                    <a:pt x="4222568" y="3524768"/>
                    <a:pt x="4242297" y="3534728"/>
                  </a:cubicBezTo>
                  <a:cubicBezTo>
                    <a:pt x="4271890" y="3549670"/>
                    <a:pt x="4265314" y="3534728"/>
                    <a:pt x="4294907" y="3547179"/>
                  </a:cubicBezTo>
                  <a:cubicBezTo>
                    <a:pt x="4317924" y="3554650"/>
                    <a:pt x="4308060" y="3527258"/>
                    <a:pt x="4334365" y="3532238"/>
                  </a:cubicBezTo>
                  <a:cubicBezTo>
                    <a:pt x="4337653" y="3532238"/>
                    <a:pt x="4377111" y="3552160"/>
                    <a:pt x="4377111" y="3549670"/>
                  </a:cubicBezTo>
                  <a:cubicBezTo>
                    <a:pt x="4393552" y="3542199"/>
                    <a:pt x="4409993" y="3467493"/>
                    <a:pt x="4426433" y="3469983"/>
                  </a:cubicBezTo>
                  <a:cubicBezTo>
                    <a:pt x="4459315" y="3477454"/>
                    <a:pt x="4488909" y="3472473"/>
                    <a:pt x="4518502" y="3462512"/>
                  </a:cubicBezTo>
                  <a:cubicBezTo>
                    <a:pt x="4534943" y="3457532"/>
                    <a:pt x="4561248" y="3440101"/>
                    <a:pt x="4574401" y="3447571"/>
                  </a:cubicBezTo>
                  <a:cubicBezTo>
                    <a:pt x="4597418" y="3460022"/>
                    <a:pt x="4620435" y="3465003"/>
                    <a:pt x="4646740" y="3467493"/>
                  </a:cubicBezTo>
                  <a:cubicBezTo>
                    <a:pt x="4650029" y="3467493"/>
                    <a:pt x="4653317" y="3469983"/>
                    <a:pt x="4656605" y="3472473"/>
                  </a:cubicBezTo>
                  <a:cubicBezTo>
                    <a:pt x="4666469" y="3482434"/>
                    <a:pt x="4712503" y="3455042"/>
                    <a:pt x="4722368" y="3465003"/>
                  </a:cubicBezTo>
                  <a:cubicBezTo>
                    <a:pt x="4735521" y="3479944"/>
                    <a:pt x="4748673" y="3494885"/>
                    <a:pt x="4761826" y="3507336"/>
                  </a:cubicBezTo>
                  <a:cubicBezTo>
                    <a:pt x="4768402" y="3512316"/>
                    <a:pt x="4778267" y="3514807"/>
                    <a:pt x="4781555" y="3519787"/>
                  </a:cubicBezTo>
                  <a:cubicBezTo>
                    <a:pt x="4784843" y="3532238"/>
                    <a:pt x="4791420" y="3537218"/>
                    <a:pt x="4807860" y="3537218"/>
                  </a:cubicBezTo>
                  <a:cubicBezTo>
                    <a:pt x="4817725" y="3537218"/>
                    <a:pt x="4827589" y="3539709"/>
                    <a:pt x="4834165" y="3544689"/>
                  </a:cubicBezTo>
                  <a:cubicBezTo>
                    <a:pt x="4850606" y="3552160"/>
                    <a:pt x="4863759" y="3559630"/>
                    <a:pt x="4876911" y="3567101"/>
                  </a:cubicBezTo>
                  <a:cubicBezTo>
                    <a:pt x="4893352" y="3574571"/>
                    <a:pt x="4909793" y="3582042"/>
                    <a:pt x="4916370" y="3594493"/>
                  </a:cubicBezTo>
                  <a:cubicBezTo>
                    <a:pt x="4919658" y="3599473"/>
                    <a:pt x="4922946" y="3601964"/>
                    <a:pt x="4926234" y="3604454"/>
                  </a:cubicBezTo>
                  <a:cubicBezTo>
                    <a:pt x="4939387" y="3614415"/>
                    <a:pt x="4952539" y="3621885"/>
                    <a:pt x="4965692" y="3631846"/>
                  </a:cubicBezTo>
                  <a:cubicBezTo>
                    <a:pt x="4985421" y="3644297"/>
                    <a:pt x="5001861" y="3659238"/>
                    <a:pt x="5021590" y="3671689"/>
                  </a:cubicBezTo>
                  <a:cubicBezTo>
                    <a:pt x="5028167" y="3674179"/>
                    <a:pt x="5034743" y="3679160"/>
                    <a:pt x="5041319" y="3681650"/>
                  </a:cubicBezTo>
                  <a:cubicBezTo>
                    <a:pt x="5054472" y="3686630"/>
                    <a:pt x="5067625" y="3691610"/>
                    <a:pt x="5077489" y="3699081"/>
                  </a:cubicBezTo>
                  <a:cubicBezTo>
                    <a:pt x="5087354" y="3706552"/>
                    <a:pt x="5133388" y="3661728"/>
                    <a:pt x="5139964" y="3671689"/>
                  </a:cubicBezTo>
                  <a:cubicBezTo>
                    <a:pt x="5139964" y="3674179"/>
                    <a:pt x="5143252" y="3674179"/>
                    <a:pt x="5146541" y="3674179"/>
                  </a:cubicBezTo>
                  <a:cubicBezTo>
                    <a:pt x="5166270" y="3686630"/>
                    <a:pt x="5185999" y="3681650"/>
                    <a:pt x="5205727" y="3676670"/>
                  </a:cubicBezTo>
                  <a:cubicBezTo>
                    <a:pt x="5212304" y="3674179"/>
                    <a:pt x="5218880" y="3671689"/>
                    <a:pt x="5222168" y="3674179"/>
                  </a:cubicBezTo>
                  <a:cubicBezTo>
                    <a:pt x="5245186" y="3681650"/>
                    <a:pt x="5261626" y="3699081"/>
                    <a:pt x="5291220" y="3701571"/>
                  </a:cubicBezTo>
                  <a:cubicBezTo>
                    <a:pt x="5291220" y="3701571"/>
                    <a:pt x="5294508" y="3701571"/>
                    <a:pt x="5294508" y="3704062"/>
                  </a:cubicBezTo>
                  <a:cubicBezTo>
                    <a:pt x="5301084" y="3719003"/>
                    <a:pt x="5320813" y="3719003"/>
                    <a:pt x="5337254" y="3721493"/>
                  </a:cubicBezTo>
                  <a:cubicBezTo>
                    <a:pt x="5347118" y="3721493"/>
                    <a:pt x="5356983" y="3723983"/>
                    <a:pt x="5363559" y="3726473"/>
                  </a:cubicBezTo>
                  <a:cubicBezTo>
                    <a:pt x="5383288" y="3733944"/>
                    <a:pt x="5403017" y="3743905"/>
                    <a:pt x="5426034" y="3748885"/>
                  </a:cubicBezTo>
                  <a:cubicBezTo>
                    <a:pt x="5455628" y="3756356"/>
                    <a:pt x="5485221" y="3761336"/>
                    <a:pt x="5508238" y="3773787"/>
                  </a:cubicBezTo>
                  <a:cubicBezTo>
                    <a:pt x="5511526" y="3773787"/>
                    <a:pt x="5514815" y="3773787"/>
                    <a:pt x="5514815" y="3776277"/>
                  </a:cubicBezTo>
                  <a:cubicBezTo>
                    <a:pt x="5524679" y="3781258"/>
                    <a:pt x="5541120" y="3783748"/>
                    <a:pt x="5547696" y="3791218"/>
                  </a:cubicBezTo>
                  <a:cubicBezTo>
                    <a:pt x="5557561" y="3806160"/>
                    <a:pt x="5583865" y="3803670"/>
                    <a:pt x="5597019" y="3816120"/>
                  </a:cubicBezTo>
                  <a:lnTo>
                    <a:pt x="5600306" y="3816120"/>
                  </a:lnTo>
                  <a:cubicBezTo>
                    <a:pt x="5613459" y="3816120"/>
                    <a:pt x="5626612" y="3818611"/>
                    <a:pt x="5643053" y="3818611"/>
                  </a:cubicBezTo>
                  <a:cubicBezTo>
                    <a:pt x="5649629" y="3816120"/>
                    <a:pt x="5659493" y="3811140"/>
                    <a:pt x="5666070" y="3811140"/>
                  </a:cubicBezTo>
                  <a:cubicBezTo>
                    <a:pt x="5695663" y="3818611"/>
                    <a:pt x="5725256" y="3818611"/>
                    <a:pt x="5744986" y="3798689"/>
                  </a:cubicBezTo>
                  <a:cubicBezTo>
                    <a:pt x="5748274" y="3796199"/>
                    <a:pt x="5754850" y="3796199"/>
                    <a:pt x="5761427" y="3796199"/>
                  </a:cubicBezTo>
                  <a:lnTo>
                    <a:pt x="5787732" y="3796199"/>
                  </a:lnTo>
                  <a:cubicBezTo>
                    <a:pt x="5817325" y="3791218"/>
                    <a:pt x="5843631" y="3786238"/>
                    <a:pt x="5873224" y="3783748"/>
                  </a:cubicBezTo>
                  <a:cubicBezTo>
                    <a:pt x="5886377" y="3781258"/>
                    <a:pt x="5902818" y="3786238"/>
                    <a:pt x="5915970" y="3788729"/>
                  </a:cubicBezTo>
                  <a:cubicBezTo>
                    <a:pt x="5929122" y="3791218"/>
                    <a:pt x="5942275" y="3791218"/>
                    <a:pt x="5955428" y="3791218"/>
                  </a:cubicBezTo>
                  <a:cubicBezTo>
                    <a:pt x="5971869" y="3791218"/>
                    <a:pt x="5985022" y="3786238"/>
                    <a:pt x="6001462" y="3786238"/>
                  </a:cubicBezTo>
                  <a:cubicBezTo>
                    <a:pt x="6014615" y="3783748"/>
                    <a:pt x="6031056" y="3783748"/>
                    <a:pt x="6044208" y="3781258"/>
                  </a:cubicBezTo>
                  <a:cubicBezTo>
                    <a:pt x="6073802" y="3776277"/>
                    <a:pt x="6100107" y="3771297"/>
                    <a:pt x="6129700" y="3768807"/>
                  </a:cubicBezTo>
                  <a:cubicBezTo>
                    <a:pt x="6149429" y="3684140"/>
                    <a:pt x="6146141" y="3584532"/>
                    <a:pt x="6146141" y="3482434"/>
                  </a:cubicBezTo>
                  <a:close/>
                </a:path>
              </a:pathLst>
            </a:custGeom>
            <a:blipFill>
              <a:blip r:embed="rId3"/>
              <a:stretch>
                <a:fillRect l="-6961" t="-42" r="-6958" b="-32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788940" y="607990"/>
            <a:ext cx="6710119" cy="127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27"/>
              </a:lnSpc>
            </a:pPr>
            <a:r>
              <a:rPr lang="en-US" sz="11300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Fórmulas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283303" y="1718406"/>
            <a:ext cx="3721393" cy="169154"/>
          </a:xfrm>
          <a:custGeom>
            <a:avLst/>
            <a:gdLst/>
            <a:ahLst/>
            <a:cxnLst/>
            <a:rect r="r" b="b" t="t" l="l"/>
            <a:pathLst>
              <a:path h="169154" w="3721393">
                <a:moveTo>
                  <a:pt x="0" y="0"/>
                </a:moveTo>
                <a:lnTo>
                  <a:pt x="3721394" y="0"/>
                </a:lnTo>
                <a:lnTo>
                  <a:pt x="3721394" y="169154"/>
                </a:lnTo>
                <a:lnTo>
                  <a:pt x="0" y="169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92801" y="2066525"/>
            <a:ext cx="13102399" cy="7296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38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Regra da multiplicação:</a:t>
            </a:r>
          </a:p>
          <a:p>
            <a:pPr algn="ctr" marL="0" indent="0" lvl="0">
              <a:lnSpc>
                <a:spcPts val="4800"/>
              </a:lnSpc>
            </a:pPr>
            <a:r>
              <a:rPr lang="en-US" sz="338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</a:t>
            </a:r>
            <a:r>
              <a:rPr lang="en-US" sz="3380" strike="noStrike" u="none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A∩B)=P(A)⋅P(B)</a:t>
            </a:r>
          </a:p>
          <a:p>
            <a:pPr algn="ctr" marL="0" indent="0" lvl="0">
              <a:lnSpc>
                <a:spcPts val="4800"/>
              </a:lnSpc>
            </a:pPr>
            <a:r>
              <a:rPr lang="en-US" b="true" sz="3380" strike="noStrike" u="non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Regra da adição:</a:t>
            </a:r>
          </a:p>
          <a:p>
            <a:pPr algn="ctr" marL="0" indent="0" lvl="0">
              <a:lnSpc>
                <a:spcPts val="4800"/>
              </a:lnSpc>
            </a:pPr>
            <a:r>
              <a:rPr lang="en-US" sz="3380" strike="noStrike" u="none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P(A∪B)=P(A)+P(B)−P(A∩B)</a:t>
            </a:r>
          </a:p>
          <a:p>
            <a:pPr algn="ctr" marL="0" indent="0" lvl="0">
              <a:lnSpc>
                <a:spcPts val="4800"/>
              </a:lnSpc>
            </a:pPr>
            <a:r>
              <a:rPr lang="en-US" b="true" sz="3380" strike="noStrike" u="non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Probabilidade condicional:</a:t>
            </a:r>
          </a:p>
          <a:p>
            <a:pPr algn="ctr" marL="0" indent="0" lvl="0">
              <a:lnSpc>
                <a:spcPts val="4800"/>
              </a:lnSpc>
            </a:pPr>
            <a:r>
              <a:rPr lang="en-US" sz="3380" strike="noStrike" u="none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P(A∣B)=P(A)</a:t>
            </a:r>
          </a:p>
          <a:p>
            <a:pPr algn="ctr" marL="0" indent="0" lvl="0">
              <a:lnSpc>
                <a:spcPts val="4800"/>
              </a:lnSpc>
            </a:pPr>
            <a:r>
              <a:rPr lang="en-US" sz="3380" strike="noStrike" u="none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P(B∣A)=P(B)</a:t>
            </a:r>
          </a:p>
          <a:p>
            <a:pPr algn="ctr" marL="0" indent="0" lvl="0">
              <a:lnSpc>
                <a:spcPts val="4800"/>
              </a:lnSpc>
            </a:pPr>
            <a:r>
              <a:rPr lang="en-US" b="true" sz="3380" strike="noStrike" u="non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Três eventos independentes:</a:t>
            </a:r>
          </a:p>
          <a:p>
            <a:pPr algn="ctr" marL="0" indent="0" lvl="0">
              <a:lnSpc>
                <a:spcPts val="4800"/>
              </a:lnSpc>
            </a:pPr>
            <a:r>
              <a:rPr lang="en-US" sz="3380" strike="noStrike" u="none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P(A∩B∩C)=P(A)⋅P(B)⋅P(C)</a:t>
            </a:r>
          </a:p>
          <a:p>
            <a:pPr algn="ctr" marL="0" indent="0" lvl="0">
              <a:lnSpc>
                <a:spcPts val="4800"/>
              </a:lnSpc>
            </a:pPr>
            <a:r>
              <a:rPr lang="en-US" b="true" sz="3380" strike="noStrike" u="non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Probabilidade</a:t>
            </a:r>
            <a:r>
              <a:rPr lang="en-US" sz="3380" strike="noStrike" u="none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ctr" marL="0" indent="0" lvl="0">
              <a:lnSpc>
                <a:spcPts val="4800"/>
              </a:lnSpc>
            </a:pPr>
            <a:r>
              <a:rPr lang="en-US" sz="3380" strike="noStrike" u="none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P(A)=n(A)​/n(Ω)</a:t>
            </a:r>
          </a:p>
          <a:p>
            <a:pPr algn="ctr" marL="0" indent="0" lvl="0">
              <a:lnSpc>
                <a:spcPts val="48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6028" y="928606"/>
            <a:ext cx="16035943" cy="8429788"/>
            <a:chOff x="0" y="0"/>
            <a:chExt cx="6148859" cy="32323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571" y="-1183"/>
              <a:ext cx="6146346" cy="3225358"/>
            </a:xfrm>
            <a:custGeom>
              <a:avLst/>
              <a:gdLst/>
              <a:ahLst/>
              <a:cxnLst/>
              <a:rect r="r" b="b" t="t" l="l"/>
              <a:pathLst>
                <a:path h="3225358" w="6146346">
                  <a:moveTo>
                    <a:pt x="6146141" y="2853965"/>
                  </a:moveTo>
                  <a:cubicBezTo>
                    <a:pt x="6142853" y="2047922"/>
                    <a:pt x="6103395" y="958232"/>
                    <a:pt x="6103395" y="154229"/>
                  </a:cubicBezTo>
                  <a:cubicBezTo>
                    <a:pt x="6103395" y="141986"/>
                    <a:pt x="6106683" y="129742"/>
                    <a:pt x="6106683" y="119539"/>
                  </a:cubicBezTo>
                  <a:cubicBezTo>
                    <a:pt x="6103395" y="117498"/>
                    <a:pt x="6100107" y="117498"/>
                    <a:pt x="6096819" y="115458"/>
                  </a:cubicBezTo>
                  <a:cubicBezTo>
                    <a:pt x="6096819" y="115458"/>
                    <a:pt x="6093530" y="117498"/>
                    <a:pt x="6093530" y="119539"/>
                  </a:cubicBezTo>
                  <a:cubicBezTo>
                    <a:pt x="6086954" y="129742"/>
                    <a:pt x="6073802" y="129742"/>
                    <a:pt x="6060649" y="129742"/>
                  </a:cubicBezTo>
                  <a:cubicBezTo>
                    <a:pt x="6044208" y="127701"/>
                    <a:pt x="6027767" y="117498"/>
                    <a:pt x="6008038" y="121579"/>
                  </a:cubicBezTo>
                  <a:cubicBezTo>
                    <a:pt x="6001462" y="123620"/>
                    <a:pt x="5988309" y="119539"/>
                    <a:pt x="5985022" y="115458"/>
                  </a:cubicBezTo>
                  <a:cubicBezTo>
                    <a:pt x="5975157" y="107295"/>
                    <a:pt x="5962004" y="107295"/>
                    <a:pt x="5948852" y="111376"/>
                  </a:cubicBezTo>
                  <a:cubicBezTo>
                    <a:pt x="5942275" y="113417"/>
                    <a:pt x="5935699" y="111376"/>
                    <a:pt x="5929122" y="111376"/>
                  </a:cubicBezTo>
                  <a:cubicBezTo>
                    <a:pt x="5919258" y="111376"/>
                    <a:pt x="5906105" y="109336"/>
                    <a:pt x="5896241" y="107295"/>
                  </a:cubicBezTo>
                  <a:cubicBezTo>
                    <a:pt x="5892953" y="107295"/>
                    <a:pt x="5886377" y="105254"/>
                    <a:pt x="5883088" y="105254"/>
                  </a:cubicBezTo>
                  <a:cubicBezTo>
                    <a:pt x="5873224" y="103214"/>
                    <a:pt x="5863359" y="97092"/>
                    <a:pt x="5853495" y="105254"/>
                  </a:cubicBezTo>
                  <a:cubicBezTo>
                    <a:pt x="5853495" y="105254"/>
                    <a:pt x="5846918" y="105254"/>
                    <a:pt x="5843631" y="103214"/>
                  </a:cubicBezTo>
                  <a:cubicBezTo>
                    <a:pt x="5840342" y="99133"/>
                    <a:pt x="5837054" y="93011"/>
                    <a:pt x="5833766" y="88930"/>
                  </a:cubicBezTo>
                  <a:cubicBezTo>
                    <a:pt x="5827190" y="82808"/>
                    <a:pt x="5827190" y="72605"/>
                    <a:pt x="5817325" y="68523"/>
                  </a:cubicBezTo>
                  <a:cubicBezTo>
                    <a:pt x="5810749" y="66483"/>
                    <a:pt x="5807461" y="64442"/>
                    <a:pt x="5804173" y="60361"/>
                  </a:cubicBezTo>
                  <a:cubicBezTo>
                    <a:pt x="5804173" y="58320"/>
                    <a:pt x="5797596" y="56280"/>
                    <a:pt x="5797596" y="54239"/>
                  </a:cubicBezTo>
                  <a:lnTo>
                    <a:pt x="5787732" y="48117"/>
                  </a:lnTo>
                  <a:cubicBezTo>
                    <a:pt x="5784444" y="44036"/>
                    <a:pt x="5781155" y="37914"/>
                    <a:pt x="5774579" y="35873"/>
                  </a:cubicBezTo>
                  <a:cubicBezTo>
                    <a:pt x="5761427" y="29752"/>
                    <a:pt x="5758138" y="21589"/>
                    <a:pt x="5764715" y="11386"/>
                  </a:cubicBezTo>
                  <a:cubicBezTo>
                    <a:pt x="5754850" y="9345"/>
                    <a:pt x="5748274" y="5264"/>
                    <a:pt x="5738410" y="5264"/>
                  </a:cubicBezTo>
                  <a:cubicBezTo>
                    <a:pt x="5698951" y="7305"/>
                    <a:pt x="5656206" y="11386"/>
                    <a:pt x="5616747" y="13427"/>
                  </a:cubicBezTo>
                  <a:cubicBezTo>
                    <a:pt x="5610171" y="13427"/>
                    <a:pt x="5600306" y="15467"/>
                    <a:pt x="5597019" y="17508"/>
                  </a:cubicBezTo>
                  <a:cubicBezTo>
                    <a:pt x="5570713" y="27711"/>
                    <a:pt x="5544408" y="19549"/>
                    <a:pt x="5518102" y="17508"/>
                  </a:cubicBezTo>
                  <a:cubicBezTo>
                    <a:pt x="5498374" y="17508"/>
                    <a:pt x="5478645" y="11386"/>
                    <a:pt x="5458916" y="9345"/>
                  </a:cubicBezTo>
                  <a:cubicBezTo>
                    <a:pt x="5435899" y="7305"/>
                    <a:pt x="5416170" y="9345"/>
                    <a:pt x="5393153" y="7305"/>
                  </a:cubicBezTo>
                  <a:cubicBezTo>
                    <a:pt x="5389865" y="7305"/>
                    <a:pt x="5386576" y="5264"/>
                    <a:pt x="5383288" y="3224"/>
                  </a:cubicBezTo>
                  <a:cubicBezTo>
                    <a:pt x="5376712" y="-1357"/>
                    <a:pt x="5363559" y="-87"/>
                    <a:pt x="5356983" y="1183"/>
                  </a:cubicBezTo>
                  <a:cubicBezTo>
                    <a:pt x="5347118" y="5264"/>
                    <a:pt x="5343831" y="11386"/>
                    <a:pt x="5337254" y="17508"/>
                  </a:cubicBezTo>
                  <a:cubicBezTo>
                    <a:pt x="5320813" y="19549"/>
                    <a:pt x="5297796" y="21589"/>
                    <a:pt x="5281355" y="27711"/>
                  </a:cubicBezTo>
                  <a:cubicBezTo>
                    <a:pt x="5268203" y="31792"/>
                    <a:pt x="5261626" y="33833"/>
                    <a:pt x="5251762" y="29752"/>
                  </a:cubicBezTo>
                  <a:lnTo>
                    <a:pt x="5248474" y="31792"/>
                  </a:lnTo>
                  <a:cubicBezTo>
                    <a:pt x="5255050" y="35873"/>
                    <a:pt x="5258338" y="41995"/>
                    <a:pt x="5264914" y="46077"/>
                  </a:cubicBezTo>
                  <a:cubicBezTo>
                    <a:pt x="5255050" y="48117"/>
                    <a:pt x="5241897" y="52198"/>
                    <a:pt x="5235321" y="50158"/>
                  </a:cubicBezTo>
                  <a:cubicBezTo>
                    <a:pt x="5218880" y="48117"/>
                    <a:pt x="5212304" y="52198"/>
                    <a:pt x="5199151" y="56280"/>
                  </a:cubicBezTo>
                  <a:cubicBezTo>
                    <a:pt x="5185999" y="62402"/>
                    <a:pt x="5169558" y="66483"/>
                    <a:pt x="5156405" y="70564"/>
                  </a:cubicBezTo>
                  <a:cubicBezTo>
                    <a:pt x="5153117" y="70564"/>
                    <a:pt x="5149829" y="70564"/>
                    <a:pt x="5146541" y="68523"/>
                  </a:cubicBezTo>
                  <a:cubicBezTo>
                    <a:pt x="5143252" y="68523"/>
                    <a:pt x="5139964" y="66483"/>
                    <a:pt x="5139964" y="66483"/>
                  </a:cubicBezTo>
                  <a:cubicBezTo>
                    <a:pt x="5123523" y="70564"/>
                    <a:pt x="5107083" y="74645"/>
                    <a:pt x="5090642" y="70564"/>
                  </a:cubicBezTo>
                  <a:cubicBezTo>
                    <a:pt x="5087354" y="70564"/>
                    <a:pt x="5087354" y="72605"/>
                    <a:pt x="5084065" y="72605"/>
                  </a:cubicBezTo>
                  <a:cubicBezTo>
                    <a:pt x="5064337" y="76686"/>
                    <a:pt x="5051184" y="90970"/>
                    <a:pt x="5024879" y="90970"/>
                  </a:cubicBezTo>
                  <a:cubicBezTo>
                    <a:pt x="5005150" y="90970"/>
                    <a:pt x="4985421" y="101173"/>
                    <a:pt x="4965692" y="101173"/>
                  </a:cubicBezTo>
                  <a:cubicBezTo>
                    <a:pt x="4942674" y="103214"/>
                    <a:pt x="4922946" y="107295"/>
                    <a:pt x="4903217" y="113417"/>
                  </a:cubicBezTo>
                  <a:cubicBezTo>
                    <a:pt x="4896640" y="115458"/>
                    <a:pt x="4890064" y="115458"/>
                    <a:pt x="4886776" y="115458"/>
                  </a:cubicBezTo>
                  <a:cubicBezTo>
                    <a:pt x="4870335" y="111376"/>
                    <a:pt x="4860470" y="117498"/>
                    <a:pt x="4853894" y="123620"/>
                  </a:cubicBezTo>
                  <a:cubicBezTo>
                    <a:pt x="4837454" y="137904"/>
                    <a:pt x="4811148" y="141986"/>
                    <a:pt x="4788131" y="146067"/>
                  </a:cubicBezTo>
                  <a:cubicBezTo>
                    <a:pt x="4758538" y="150148"/>
                    <a:pt x="4728944" y="152189"/>
                    <a:pt x="4699351" y="154229"/>
                  </a:cubicBezTo>
                  <a:cubicBezTo>
                    <a:pt x="4696063" y="154229"/>
                    <a:pt x="4692775" y="160351"/>
                    <a:pt x="4686199" y="162392"/>
                  </a:cubicBezTo>
                  <a:cubicBezTo>
                    <a:pt x="4682910" y="162392"/>
                    <a:pt x="4679622" y="160351"/>
                    <a:pt x="4679622" y="160351"/>
                  </a:cubicBezTo>
                  <a:cubicBezTo>
                    <a:pt x="4663181" y="172595"/>
                    <a:pt x="4653317" y="190960"/>
                    <a:pt x="4620435" y="188920"/>
                  </a:cubicBezTo>
                  <a:lnTo>
                    <a:pt x="4617147" y="188920"/>
                  </a:lnTo>
                  <a:cubicBezTo>
                    <a:pt x="4590842" y="199123"/>
                    <a:pt x="4564536" y="195042"/>
                    <a:pt x="4541519" y="190960"/>
                  </a:cubicBezTo>
                  <a:cubicBezTo>
                    <a:pt x="4534943" y="190960"/>
                    <a:pt x="4525079" y="186879"/>
                    <a:pt x="4521790" y="182798"/>
                  </a:cubicBezTo>
                  <a:cubicBezTo>
                    <a:pt x="4511926" y="170554"/>
                    <a:pt x="4485620" y="166473"/>
                    <a:pt x="4465891" y="170554"/>
                  </a:cubicBezTo>
                  <a:cubicBezTo>
                    <a:pt x="4449451" y="174635"/>
                    <a:pt x="4433010" y="176676"/>
                    <a:pt x="4416569" y="180757"/>
                  </a:cubicBezTo>
                  <a:cubicBezTo>
                    <a:pt x="4390264" y="184839"/>
                    <a:pt x="4367247" y="186879"/>
                    <a:pt x="4340942" y="178717"/>
                  </a:cubicBezTo>
                  <a:cubicBezTo>
                    <a:pt x="4314636" y="170554"/>
                    <a:pt x="4294907" y="176676"/>
                    <a:pt x="4281755" y="195042"/>
                  </a:cubicBezTo>
                  <a:cubicBezTo>
                    <a:pt x="4271890" y="207285"/>
                    <a:pt x="4245585" y="209326"/>
                    <a:pt x="4229144" y="199123"/>
                  </a:cubicBezTo>
                  <a:cubicBezTo>
                    <a:pt x="4219279" y="193001"/>
                    <a:pt x="4212703" y="195042"/>
                    <a:pt x="4202839" y="199123"/>
                  </a:cubicBezTo>
                  <a:lnTo>
                    <a:pt x="4183110" y="211367"/>
                  </a:lnTo>
                  <a:cubicBezTo>
                    <a:pt x="4179822" y="213407"/>
                    <a:pt x="4173245" y="213407"/>
                    <a:pt x="4169957" y="213407"/>
                  </a:cubicBezTo>
                  <a:lnTo>
                    <a:pt x="4150228" y="213407"/>
                  </a:lnTo>
                  <a:cubicBezTo>
                    <a:pt x="4137075" y="213407"/>
                    <a:pt x="4123923" y="211367"/>
                    <a:pt x="4110770" y="209326"/>
                  </a:cubicBezTo>
                  <a:cubicBezTo>
                    <a:pt x="4094330" y="207285"/>
                    <a:pt x="4081177" y="201163"/>
                    <a:pt x="4064736" y="199123"/>
                  </a:cubicBezTo>
                  <a:cubicBezTo>
                    <a:pt x="4038431" y="197082"/>
                    <a:pt x="4031854" y="182798"/>
                    <a:pt x="4021990" y="172595"/>
                  </a:cubicBezTo>
                  <a:cubicBezTo>
                    <a:pt x="4015414" y="166473"/>
                    <a:pt x="4002261" y="158310"/>
                    <a:pt x="3989109" y="160351"/>
                  </a:cubicBezTo>
                  <a:cubicBezTo>
                    <a:pt x="3975956" y="164432"/>
                    <a:pt x="3962803" y="160351"/>
                    <a:pt x="3952939" y="158310"/>
                  </a:cubicBezTo>
                  <a:cubicBezTo>
                    <a:pt x="3949650" y="158310"/>
                    <a:pt x="3943074" y="156270"/>
                    <a:pt x="3939786" y="156270"/>
                  </a:cubicBezTo>
                  <a:cubicBezTo>
                    <a:pt x="3916769" y="152189"/>
                    <a:pt x="3900328" y="160351"/>
                    <a:pt x="3883887" y="170554"/>
                  </a:cubicBezTo>
                  <a:lnTo>
                    <a:pt x="3870735" y="178717"/>
                  </a:lnTo>
                  <a:cubicBezTo>
                    <a:pt x="3867447" y="180757"/>
                    <a:pt x="3867447" y="184839"/>
                    <a:pt x="3864158" y="186879"/>
                  </a:cubicBezTo>
                  <a:cubicBezTo>
                    <a:pt x="3844429" y="197082"/>
                    <a:pt x="3824700" y="193001"/>
                    <a:pt x="3801683" y="186879"/>
                  </a:cubicBezTo>
                  <a:cubicBezTo>
                    <a:pt x="3781954" y="180757"/>
                    <a:pt x="3758937" y="186879"/>
                    <a:pt x="3752361" y="199123"/>
                  </a:cubicBezTo>
                  <a:cubicBezTo>
                    <a:pt x="3749073" y="207285"/>
                    <a:pt x="3745785" y="213407"/>
                    <a:pt x="3729344" y="217488"/>
                  </a:cubicBezTo>
                  <a:cubicBezTo>
                    <a:pt x="3712903" y="223610"/>
                    <a:pt x="3693174" y="227691"/>
                    <a:pt x="3689886" y="241976"/>
                  </a:cubicBezTo>
                  <a:cubicBezTo>
                    <a:pt x="3689886" y="244016"/>
                    <a:pt x="3686598" y="246057"/>
                    <a:pt x="3683309" y="246057"/>
                  </a:cubicBezTo>
                  <a:cubicBezTo>
                    <a:pt x="3673445" y="248098"/>
                    <a:pt x="3666869" y="250138"/>
                    <a:pt x="3657004" y="252179"/>
                  </a:cubicBezTo>
                  <a:lnTo>
                    <a:pt x="3627411" y="252179"/>
                  </a:lnTo>
                  <a:cubicBezTo>
                    <a:pt x="3607682" y="250138"/>
                    <a:pt x="3587953" y="246057"/>
                    <a:pt x="3568224" y="244016"/>
                  </a:cubicBezTo>
                  <a:cubicBezTo>
                    <a:pt x="3545207" y="241976"/>
                    <a:pt x="3525478" y="250138"/>
                    <a:pt x="3502461" y="252179"/>
                  </a:cubicBezTo>
                  <a:lnTo>
                    <a:pt x="3499173" y="254219"/>
                  </a:lnTo>
                  <a:cubicBezTo>
                    <a:pt x="3492597" y="260341"/>
                    <a:pt x="3482732" y="258301"/>
                    <a:pt x="3476156" y="254219"/>
                  </a:cubicBezTo>
                  <a:cubicBezTo>
                    <a:pt x="3463003" y="246057"/>
                    <a:pt x="3439985" y="244016"/>
                    <a:pt x="3423545" y="248098"/>
                  </a:cubicBezTo>
                  <a:cubicBezTo>
                    <a:pt x="3403816" y="254219"/>
                    <a:pt x="3384087" y="258301"/>
                    <a:pt x="3364358" y="262382"/>
                  </a:cubicBezTo>
                  <a:cubicBezTo>
                    <a:pt x="3357782" y="262382"/>
                    <a:pt x="3351206" y="260341"/>
                    <a:pt x="3347917" y="260341"/>
                  </a:cubicBezTo>
                  <a:cubicBezTo>
                    <a:pt x="3341341" y="260341"/>
                    <a:pt x="3331477" y="258301"/>
                    <a:pt x="3328188" y="260341"/>
                  </a:cubicBezTo>
                  <a:cubicBezTo>
                    <a:pt x="3301883" y="272585"/>
                    <a:pt x="3275578" y="268504"/>
                    <a:pt x="3252560" y="260341"/>
                  </a:cubicBezTo>
                  <a:cubicBezTo>
                    <a:pt x="3239408" y="256260"/>
                    <a:pt x="3219679" y="252179"/>
                    <a:pt x="3213103" y="239935"/>
                  </a:cubicBezTo>
                  <a:cubicBezTo>
                    <a:pt x="3209814" y="231773"/>
                    <a:pt x="3196662" y="223610"/>
                    <a:pt x="3186797" y="217488"/>
                  </a:cubicBezTo>
                  <a:cubicBezTo>
                    <a:pt x="3170357" y="207285"/>
                    <a:pt x="3153916" y="193001"/>
                    <a:pt x="3124322" y="193001"/>
                  </a:cubicBezTo>
                  <a:cubicBezTo>
                    <a:pt x="3117746" y="193001"/>
                    <a:pt x="3111170" y="184839"/>
                    <a:pt x="3107882" y="186879"/>
                  </a:cubicBezTo>
                  <a:cubicBezTo>
                    <a:pt x="3094729" y="188920"/>
                    <a:pt x="3094729" y="184839"/>
                    <a:pt x="3088153" y="180757"/>
                  </a:cubicBezTo>
                  <a:cubicBezTo>
                    <a:pt x="3081577" y="176676"/>
                    <a:pt x="3071712" y="172595"/>
                    <a:pt x="3065136" y="166473"/>
                  </a:cubicBezTo>
                  <a:cubicBezTo>
                    <a:pt x="3055271" y="158310"/>
                    <a:pt x="3045406" y="148107"/>
                    <a:pt x="3035542" y="139945"/>
                  </a:cubicBezTo>
                  <a:cubicBezTo>
                    <a:pt x="3025678" y="131782"/>
                    <a:pt x="3019101" y="121579"/>
                    <a:pt x="3009237" y="113417"/>
                  </a:cubicBezTo>
                  <a:cubicBezTo>
                    <a:pt x="3005949" y="111376"/>
                    <a:pt x="2996084" y="109336"/>
                    <a:pt x="2992796" y="111376"/>
                  </a:cubicBezTo>
                  <a:lnTo>
                    <a:pt x="2953338" y="123620"/>
                  </a:lnTo>
                  <a:cubicBezTo>
                    <a:pt x="2946762" y="125661"/>
                    <a:pt x="2943474" y="129742"/>
                    <a:pt x="2940186" y="133823"/>
                  </a:cubicBezTo>
                  <a:lnTo>
                    <a:pt x="2936897" y="131782"/>
                  </a:lnTo>
                  <a:cubicBezTo>
                    <a:pt x="2940186" y="125661"/>
                    <a:pt x="2943474" y="119539"/>
                    <a:pt x="2946762" y="117498"/>
                  </a:cubicBezTo>
                  <a:lnTo>
                    <a:pt x="2907304" y="111376"/>
                  </a:lnTo>
                  <a:cubicBezTo>
                    <a:pt x="2897439" y="109336"/>
                    <a:pt x="2880998" y="109336"/>
                    <a:pt x="2874422" y="109336"/>
                  </a:cubicBezTo>
                  <a:lnTo>
                    <a:pt x="2821812" y="109336"/>
                  </a:lnTo>
                  <a:cubicBezTo>
                    <a:pt x="2802083" y="109336"/>
                    <a:pt x="2785642" y="107295"/>
                    <a:pt x="2765913" y="109336"/>
                  </a:cubicBezTo>
                  <a:cubicBezTo>
                    <a:pt x="2752761" y="111376"/>
                    <a:pt x="2742896" y="107295"/>
                    <a:pt x="2733031" y="103214"/>
                  </a:cubicBezTo>
                  <a:cubicBezTo>
                    <a:pt x="2706726" y="90970"/>
                    <a:pt x="2680421" y="76686"/>
                    <a:pt x="2644251" y="82808"/>
                  </a:cubicBezTo>
                  <a:cubicBezTo>
                    <a:pt x="2640963" y="82808"/>
                    <a:pt x="2634387" y="80767"/>
                    <a:pt x="2631098" y="78726"/>
                  </a:cubicBezTo>
                  <a:cubicBezTo>
                    <a:pt x="2621234" y="76686"/>
                    <a:pt x="2614658" y="72605"/>
                    <a:pt x="2601505" y="68523"/>
                  </a:cubicBezTo>
                  <a:cubicBezTo>
                    <a:pt x="2601505" y="74645"/>
                    <a:pt x="2601505" y="76686"/>
                    <a:pt x="2604793" y="80767"/>
                  </a:cubicBezTo>
                  <a:cubicBezTo>
                    <a:pt x="2598217" y="84848"/>
                    <a:pt x="2594929" y="82808"/>
                    <a:pt x="2591641" y="80767"/>
                  </a:cubicBezTo>
                  <a:cubicBezTo>
                    <a:pt x="2588353" y="82808"/>
                    <a:pt x="2585064" y="86889"/>
                    <a:pt x="2581776" y="86889"/>
                  </a:cubicBezTo>
                  <a:cubicBezTo>
                    <a:pt x="2565335" y="90970"/>
                    <a:pt x="2548895" y="93011"/>
                    <a:pt x="2532454" y="97092"/>
                  </a:cubicBezTo>
                  <a:cubicBezTo>
                    <a:pt x="2525878" y="99133"/>
                    <a:pt x="2519301" y="101173"/>
                    <a:pt x="2516013" y="103214"/>
                  </a:cubicBezTo>
                  <a:cubicBezTo>
                    <a:pt x="2502860" y="109336"/>
                    <a:pt x="2492996" y="119539"/>
                    <a:pt x="2469979" y="117498"/>
                  </a:cubicBezTo>
                  <a:cubicBezTo>
                    <a:pt x="2466690" y="117498"/>
                    <a:pt x="2460114" y="121579"/>
                    <a:pt x="2453538" y="121579"/>
                  </a:cubicBezTo>
                  <a:cubicBezTo>
                    <a:pt x="2446962" y="123620"/>
                    <a:pt x="2437097" y="123620"/>
                    <a:pt x="2430521" y="125661"/>
                  </a:cubicBezTo>
                  <a:lnTo>
                    <a:pt x="2423945" y="125661"/>
                  </a:lnTo>
                  <a:cubicBezTo>
                    <a:pt x="2404215" y="129742"/>
                    <a:pt x="2387775" y="133823"/>
                    <a:pt x="2368046" y="135864"/>
                  </a:cubicBezTo>
                  <a:lnTo>
                    <a:pt x="2354893" y="135864"/>
                  </a:lnTo>
                  <a:cubicBezTo>
                    <a:pt x="2338452" y="135864"/>
                    <a:pt x="2325300" y="133823"/>
                    <a:pt x="2308859" y="133823"/>
                  </a:cubicBezTo>
                  <a:cubicBezTo>
                    <a:pt x="2292418" y="133823"/>
                    <a:pt x="2275977" y="137904"/>
                    <a:pt x="2259537" y="137904"/>
                  </a:cubicBezTo>
                  <a:cubicBezTo>
                    <a:pt x="2239807" y="137904"/>
                    <a:pt x="2216790" y="137904"/>
                    <a:pt x="2200350" y="129742"/>
                  </a:cubicBezTo>
                  <a:cubicBezTo>
                    <a:pt x="2197062" y="127701"/>
                    <a:pt x="2187197" y="127701"/>
                    <a:pt x="2180621" y="129742"/>
                  </a:cubicBezTo>
                  <a:cubicBezTo>
                    <a:pt x="2157603" y="131782"/>
                    <a:pt x="2134586" y="133823"/>
                    <a:pt x="2114857" y="137904"/>
                  </a:cubicBezTo>
                  <a:cubicBezTo>
                    <a:pt x="2095128" y="141986"/>
                    <a:pt x="2085264" y="137904"/>
                    <a:pt x="2078688" y="127701"/>
                  </a:cubicBezTo>
                  <a:cubicBezTo>
                    <a:pt x="2075400" y="123620"/>
                    <a:pt x="2068823" y="119539"/>
                    <a:pt x="2062247" y="115458"/>
                  </a:cubicBezTo>
                  <a:cubicBezTo>
                    <a:pt x="2052382" y="111376"/>
                    <a:pt x="2042518" y="105254"/>
                    <a:pt x="2032654" y="105254"/>
                  </a:cubicBezTo>
                  <a:cubicBezTo>
                    <a:pt x="2009636" y="105254"/>
                    <a:pt x="1996484" y="97092"/>
                    <a:pt x="1980043" y="90970"/>
                  </a:cubicBezTo>
                  <a:cubicBezTo>
                    <a:pt x="1953738" y="80767"/>
                    <a:pt x="1930720" y="68523"/>
                    <a:pt x="1897839" y="70564"/>
                  </a:cubicBezTo>
                  <a:lnTo>
                    <a:pt x="1897839" y="60361"/>
                  </a:lnTo>
                  <a:cubicBezTo>
                    <a:pt x="1904415" y="60361"/>
                    <a:pt x="1910992" y="60361"/>
                    <a:pt x="1917568" y="58320"/>
                  </a:cubicBezTo>
                  <a:cubicBezTo>
                    <a:pt x="1907703" y="54239"/>
                    <a:pt x="1907703" y="48117"/>
                    <a:pt x="1901127" y="44036"/>
                  </a:cubicBezTo>
                  <a:cubicBezTo>
                    <a:pt x="1887974" y="37914"/>
                    <a:pt x="1874822" y="35873"/>
                    <a:pt x="1861669" y="31792"/>
                  </a:cubicBezTo>
                  <a:cubicBezTo>
                    <a:pt x="1851805" y="29752"/>
                    <a:pt x="1838652" y="29752"/>
                    <a:pt x="1845228" y="39955"/>
                  </a:cubicBezTo>
                  <a:cubicBezTo>
                    <a:pt x="1828788" y="41995"/>
                    <a:pt x="1815635" y="41995"/>
                    <a:pt x="1809058" y="46077"/>
                  </a:cubicBezTo>
                  <a:cubicBezTo>
                    <a:pt x="1795906" y="52198"/>
                    <a:pt x="1782753" y="48117"/>
                    <a:pt x="1772889" y="44036"/>
                  </a:cubicBezTo>
                  <a:cubicBezTo>
                    <a:pt x="1766312" y="41995"/>
                    <a:pt x="1759736" y="39955"/>
                    <a:pt x="1753160" y="41995"/>
                  </a:cubicBezTo>
                  <a:cubicBezTo>
                    <a:pt x="1713702" y="54239"/>
                    <a:pt x="1674244" y="48117"/>
                    <a:pt x="1634786" y="48117"/>
                  </a:cubicBezTo>
                  <a:cubicBezTo>
                    <a:pt x="1628210" y="48117"/>
                    <a:pt x="1621634" y="46077"/>
                    <a:pt x="1611769" y="46077"/>
                  </a:cubicBezTo>
                  <a:cubicBezTo>
                    <a:pt x="1598616" y="44036"/>
                    <a:pt x="1588752" y="39955"/>
                    <a:pt x="1575599" y="37914"/>
                  </a:cubicBezTo>
                  <a:cubicBezTo>
                    <a:pt x="1562447" y="35873"/>
                    <a:pt x="1546006" y="33833"/>
                    <a:pt x="1532853" y="31792"/>
                  </a:cubicBezTo>
                  <a:lnTo>
                    <a:pt x="1522989" y="31792"/>
                  </a:lnTo>
                  <a:cubicBezTo>
                    <a:pt x="1499972" y="31792"/>
                    <a:pt x="1476955" y="33833"/>
                    <a:pt x="1457226" y="33833"/>
                  </a:cubicBezTo>
                  <a:cubicBezTo>
                    <a:pt x="1440785" y="33833"/>
                    <a:pt x="1424344" y="29752"/>
                    <a:pt x="1404615" y="27711"/>
                  </a:cubicBezTo>
                  <a:cubicBezTo>
                    <a:pt x="1401327" y="11386"/>
                    <a:pt x="1375022" y="15467"/>
                    <a:pt x="1358581" y="7305"/>
                  </a:cubicBezTo>
                  <a:cubicBezTo>
                    <a:pt x="1355293" y="5264"/>
                    <a:pt x="1348716" y="7305"/>
                    <a:pt x="1345428" y="7305"/>
                  </a:cubicBezTo>
                  <a:cubicBezTo>
                    <a:pt x="1325699" y="5264"/>
                    <a:pt x="1312547" y="11386"/>
                    <a:pt x="1305970" y="21589"/>
                  </a:cubicBezTo>
                  <a:cubicBezTo>
                    <a:pt x="1296106" y="31792"/>
                    <a:pt x="1269800" y="35873"/>
                    <a:pt x="1279665" y="52198"/>
                  </a:cubicBezTo>
                  <a:cubicBezTo>
                    <a:pt x="1282953" y="54239"/>
                    <a:pt x="1289529" y="56280"/>
                    <a:pt x="1292818" y="60361"/>
                  </a:cubicBezTo>
                  <a:cubicBezTo>
                    <a:pt x="1292818" y="66483"/>
                    <a:pt x="1289529" y="70564"/>
                    <a:pt x="1279665" y="68523"/>
                  </a:cubicBezTo>
                  <a:cubicBezTo>
                    <a:pt x="1276377" y="68523"/>
                    <a:pt x="1273089" y="72605"/>
                    <a:pt x="1269800" y="74645"/>
                  </a:cubicBezTo>
                  <a:cubicBezTo>
                    <a:pt x="1266512" y="76686"/>
                    <a:pt x="1266512" y="80767"/>
                    <a:pt x="1263224" y="80767"/>
                  </a:cubicBezTo>
                  <a:cubicBezTo>
                    <a:pt x="1243495" y="84848"/>
                    <a:pt x="1230343" y="95051"/>
                    <a:pt x="1207325" y="93011"/>
                  </a:cubicBezTo>
                  <a:lnTo>
                    <a:pt x="1200749" y="93011"/>
                  </a:lnTo>
                  <a:cubicBezTo>
                    <a:pt x="1181020" y="103214"/>
                    <a:pt x="1161291" y="101173"/>
                    <a:pt x="1138274" y="99133"/>
                  </a:cubicBezTo>
                  <a:cubicBezTo>
                    <a:pt x="1128410" y="97092"/>
                    <a:pt x="1115257" y="99133"/>
                    <a:pt x="1102104" y="99133"/>
                  </a:cubicBezTo>
                  <a:cubicBezTo>
                    <a:pt x="1092240" y="99133"/>
                    <a:pt x="1082375" y="99133"/>
                    <a:pt x="1072511" y="95051"/>
                  </a:cubicBezTo>
                  <a:cubicBezTo>
                    <a:pt x="1059358" y="90970"/>
                    <a:pt x="1046206" y="84848"/>
                    <a:pt x="1033053" y="80767"/>
                  </a:cubicBezTo>
                  <a:cubicBezTo>
                    <a:pt x="1019900" y="76686"/>
                    <a:pt x="1003459" y="76686"/>
                    <a:pt x="1003459" y="62402"/>
                  </a:cubicBezTo>
                  <a:cubicBezTo>
                    <a:pt x="1003459" y="60361"/>
                    <a:pt x="996883" y="58320"/>
                    <a:pt x="996883" y="56280"/>
                  </a:cubicBezTo>
                  <a:cubicBezTo>
                    <a:pt x="973866" y="68523"/>
                    <a:pt x="954137" y="78726"/>
                    <a:pt x="934408" y="88930"/>
                  </a:cubicBezTo>
                  <a:cubicBezTo>
                    <a:pt x="924544" y="95051"/>
                    <a:pt x="911391" y="103214"/>
                    <a:pt x="917967" y="113417"/>
                  </a:cubicBezTo>
                  <a:cubicBezTo>
                    <a:pt x="917967" y="115458"/>
                    <a:pt x="914679" y="117498"/>
                    <a:pt x="914679" y="119539"/>
                  </a:cubicBezTo>
                  <a:cubicBezTo>
                    <a:pt x="911391" y="123620"/>
                    <a:pt x="908103" y="127701"/>
                    <a:pt x="901527" y="129742"/>
                  </a:cubicBezTo>
                  <a:cubicBezTo>
                    <a:pt x="894950" y="135864"/>
                    <a:pt x="888374" y="141986"/>
                    <a:pt x="881798" y="150148"/>
                  </a:cubicBezTo>
                  <a:lnTo>
                    <a:pt x="862069" y="162392"/>
                  </a:lnTo>
                  <a:cubicBezTo>
                    <a:pt x="855492" y="168514"/>
                    <a:pt x="848916" y="174635"/>
                    <a:pt x="839052" y="178717"/>
                  </a:cubicBezTo>
                  <a:cubicBezTo>
                    <a:pt x="816034" y="190960"/>
                    <a:pt x="793017" y="203204"/>
                    <a:pt x="766712" y="215448"/>
                  </a:cubicBezTo>
                  <a:cubicBezTo>
                    <a:pt x="753559" y="223610"/>
                    <a:pt x="737119" y="229732"/>
                    <a:pt x="723966" y="237895"/>
                  </a:cubicBezTo>
                  <a:cubicBezTo>
                    <a:pt x="700949" y="250138"/>
                    <a:pt x="674644" y="260341"/>
                    <a:pt x="661491" y="278707"/>
                  </a:cubicBezTo>
                  <a:cubicBezTo>
                    <a:pt x="661491" y="280748"/>
                    <a:pt x="654915" y="282788"/>
                    <a:pt x="651626" y="284829"/>
                  </a:cubicBezTo>
                  <a:cubicBezTo>
                    <a:pt x="635186" y="292991"/>
                    <a:pt x="608880" y="292991"/>
                    <a:pt x="608880" y="309316"/>
                  </a:cubicBezTo>
                  <a:cubicBezTo>
                    <a:pt x="582575" y="309316"/>
                    <a:pt x="569422" y="321560"/>
                    <a:pt x="556270" y="331763"/>
                  </a:cubicBezTo>
                  <a:cubicBezTo>
                    <a:pt x="546405" y="339925"/>
                    <a:pt x="536541" y="350129"/>
                    <a:pt x="523388" y="356250"/>
                  </a:cubicBezTo>
                  <a:cubicBezTo>
                    <a:pt x="510236" y="360332"/>
                    <a:pt x="493795" y="358291"/>
                    <a:pt x="477354" y="358291"/>
                  </a:cubicBezTo>
                  <a:cubicBezTo>
                    <a:pt x="470778" y="358291"/>
                    <a:pt x="464201" y="358291"/>
                    <a:pt x="464201" y="360332"/>
                  </a:cubicBezTo>
                  <a:cubicBezTo>
                    <a:pt x="451049" y="368494"/>
                    <a:pt x="434608" y="374616"/>
                    <a:pt x="424743" y="384819"/>
                  </a:cubicBezTo>
                  <a:cubicBezTo>
                    <a:pt x="414879" y="395022"/>
                    <a:pt x="405014" y="401144"/>
                    <a:pt x="388574" y="403185"/>
                  </a:cubicBezTo>
                  <a:cubicBezTo>
                    <a:pt x="372133" y="405225"/>
                    <a:pt x="355692" y="415428"/>
                    <a:pt x="332675" y="409306"/>
                  </a:cubicBezTo>
                  <a:cubicBezTo>
                    <a:pt x="312946" y="405225"/>
                    <a:pt x="289929" y="409306"/>
                    <a:pt x="276776" y="401144"/>
                  </a:cubicBezTo>
                  <a:cubicBezTo>
                    <a:pt x="250471" y="403185"/>
                    <a:pt x="230742" y="407266"/>
                    <a:pt x="207725" y="409306"/>
                  </a:cubicBezTo>
                  <a:cubicBezTo>
                    <a:pt x="181420" y="413388"/>
                    <a:pt x="151826" y="411347"/>
                    <a:pt x="128809" y="423591"/>
                  </a:cubicBezTo>
                  <a:cubicBezTo>
                    <a:pt x="109080" y="433794"/>
                    <a:pt x="92639" y="443997"/>
                    <a:pt x="63046" y="441956"/>
                  </a:cubicBezTo>
                  <a:cubicBezTo>
                    <a:pt x="66334" y="454200"/>
                    <a:pt x="69622" y="464403"/>
                    <a:pt x="72910" y="476647"/>
                  </a:cubicBezTo>
                  <a:cubicBezTo>
                    <a:pt x="79487" y="509297"/>
                    <a:pt x="86063" y="541947"/>
                    <a:pt x="89351" y="574596"/>
                  </a:cubicBezTo>
                  <a:cubicBezTo>
                    <a:pt x="99216" y="615409"/>
                    <a:pt x="102504" y="654180"/>
                    <a:pt x="95927" y="692952"/>
                  </a:cubicBezTo>
                  <a:cubicBezTo>
                    <a:pt x="89351" y="748049"/>
                    <a:pt x="59758" y="2633579"/>
                    <a:pt x="30164" y="2684594"/>
                  </a:cubicBezTo>
                  <a:lnTo>
                    <a:pt x="571" y="2727447"/>
                  </a:lnTo>
                  <a:cubicBezTo>
                    <a:pt x="-1969" y="2737650"/>
                    <a:pt x="3859" y="2743772"/>
                    <a:pt x="20300" y="2745813"/>
                  </a:cubicBezTo>
                  <a:cubicBezTo>
                    <a:pt x="40029" y="2747854"/>
                    <a:pt x="46605" y="2756016"/>
                    <a:pt x="53181" y="2766219"/>
                  </a:cubicBezTo>
                  <a:cubicBezTo>
                    <a:pt x="59758" y="2782544"/>
                    <a:pt x="49893" y="2798869"/>
                    <a:pt x="63046" y="2815194"/>
                  </a:cubicBezTo>
                  <a:cubicBezTo>
                    <a:pt x="69622" y="2823356"/>
                    <a:pt x="63046" y="2837640"/>
                    <a:pt x="59758" y="2849884"/>
                  </a:cubicBezTo>
                  <a:cubicBezTo>
                    <a:pt x="56469" y="2866209"/>
                    <a:pt x="63046" y="2882534"/>
                    <a:pt x="72910" y="2896818"/>
                  </a:cubicBezTo>
                  <a:cubicBezTo>
                    <a:pt x="95927" y="2921306"/>
                    <a:pt x="99216" y="2949875"/>
                    <a:pt x="99216" y="2976403"/>
                  </a:cubicBezTo>
                  <a:cubicBezTo>
                    <a:pt x="99216" y="2982524"/>
                    <a:pt x="102504" y="2988646"/>
                    <a:pt x="105792" y="2992728"/>
                  </a:cubicBezTo>
                  <a:cubicBezTo>
                    <a:pt x="112368" y="2996809"/>
                    <a:pt x="125521" y="3000890"/>
                    <a:pt x="138673" y="3002931"/>
                  </a:cubicBezTo>
                  <a:lnTo>
                    <a:pt x="217589" y="3027418"/>
                  </a:lnTo>
                  <a:cubicBezTo>
                    <a:pt x="253759" y="3039661"/>
                    <a:pt x="283353" y="3037621"/>
                    <a:pt x="316234" y="3023337"/>
                  </a:cubicBezTo>
                  <a:cubicBezTo>
                    <a:pt x="319522" y="3021296"/>
                    <a:pt x="329387" y="3019255"/>
                    <a:pt x="332675" y="3019255"/>
                  </a:cubicBezTo>
                  <a:cubicBezTo>
                    <a:pt x="355692" y="3021296"/>
                    <a:pt x="378709" y="3021296"/>
                    <a:pt x="398438" y="3033540"/>
                  </a:cubicBezTo>
                  <a:cubicBezTo>
                    <a:pt x="421455" y="3045783"/>
                    <a:pt x="454337" y="3053946"/>
                    <a:pt x="480642" y="3064149"/>
                  </a:cubicBezTo>
                  <a:cubicBezTo>
                    <a:pt x="497083" y="3070271"/>
                    <a:pt x="516812" y="3078433"/>
                    <a:pt x="526676" y="3086596"/>
                  </a:cubicBezTo>
                  <a:cubicBezTo>
                    <a:pt x="533253" y="3090677"/>
                    <a:pt x="539829" y="3094758"/>
                    <a:pt x="546405" y="3096799"/>
                  </a:cubicBezTo>
                  <a:cubicBezTo>
                    <a:pt x="582575" y="3104961"/>
                    <a:pt x="602304" y="3125368"/>
                    <a:pt x="625321" y="3141692"/>
                  </a:cubicBezTo>
                  <a:cubicBezTo>
                    <a:pt x="645050" y="3155977"/>
                    <a:pt x="671355" y="3164139"/>
                    <a:pt x="700949" y="3166180"/>
                  </a:cubicBezTo>
                  <a:cubicBezTo>
                    <a:pt x="733830" y="3170261"/>
                    <a:pt x="766712" y="3172302"/>
                    <a:pt x="799594" y="3176383"/>
                  </a:cubicBezTo>
                  <a:cubicBezTo>
                    <a:pt x="812746" y="3178424"/>
                    <a:pt x="829187" y="3180464"/>
                    <a:pt x="842340" y="3184545"/>
                  </a:cubicBezTo>
                  <a:cubicBezTo>
                    <a:pt x="858780" y="3188627"/>
                    <a:pt x="875221" y="3188627"/>
                    <a:pt x="888374" y="3194749"/>
                  </a:cubicBezTo>
                  <a:cubicBezTo>
                    <a:pt x="908103" y="3204952"/>
                    <a:pt x="927832" y="3211074"/>
                    <a:pt x="954137" y="3206992"/>
                  </a:cubicBezTo>
                  <a:cubicBezTo>
                    <a:pt x="964002" y="3204952"/>
                    <a:pt x="977154" y="3209033"/>
                    <a:pt x="987019" y="3211074"/>
                  </a:cubicBezTo>
                  <a:cubicBezTo>
                    <a:pt x="990307" y="3211074"/>
                    <a:pt x="993595" y="3213114"/>
                    <a:pt x="996883" y="3213114"/>
                  </a:cubicBezTo>
                  <a:cubicBezTo>
                    <a:pt x="1033053" y="3215155"/>
                    <a:pt x="1065935" y="3211074"/>
                    <a:pt x="1098816" y="3206992"/>
                  </a:cubicBezTo>
                  <a:cubicBezTo>
                    <a:pt x="1111969" y="3204952"/>
                    <a:pt x="1125121" y="3202911"/>
                    <a:pt x="1138274" y="3198830"/>
                  </a:cubicBezTo>
                  <a:cubicBezTo>
                    <a:pt x="1174444" y="3188627"/>
                    <a:pt x="1210614" y="3178424"/>
                    <a:pt x="1243495" y="3166180"/>
                  </a:cubicBezTo>
                  <a:cubicBezTo>
                    <a:pt x="1266512" y="3158017"/>
                    <a:pt x="1289529" y="3149855"/>
                    <a:pt x="1315835" y="3158017"/>
                  </a:cubicBezTo>
                  <a:lnTo>
                    <a:pt x="1328987" y="3158017"/>
                  </a:lnTo>
                  <a:cubicBezTo>
                    <a:pt x="1352004" y="3158017"/>
                    <a:pt x="1375022" y="3155977"/>
                    <a:pt x="1394750" y="3153936"/>
                  </a:cubicBezTo>
                  <a:cubicBezTo>
                    <a:pt x="1398039" y="3153936"/>
                    <a:pt x="1404615" y="3153936"/>
                    <a:pt x="1404615" y="3151895"/>
                  </a:cubicBezTo>
                  <a:cubicBezTo>
                    <a:pt x="1414479" y="3143733"/>
                    <a:pt x="1430920" y="3143733"/>
                    <a:pt x="1447361" y="3141692"/>
                  </a:cubicBezTo>
                  <a:cubicBezTo>
                    <a:pt x="1473666" y="3139652"/>
                    <a:pt x="1499972" y="3139652"/>
                    <a:pt x="1519701" y="3129449"/>
                  </a:cubicBezTo>
                  <a:cubicBezTo>
                    <a:pt x="1539430" y="3121286"/>
                    <a:pt x="1559158" y="3119246"/>
                    <a:pt x="1582176" y="3117205"/>
                  </a:cubicBezTo>
                  <a:cubicBezTo>
                    <a:pt x="1585464" y="3117205"/>
                    <a:pt x="1592040" y="3115165"/>
                    <a:pt x="1595328" y="3115165"/>
                  </a:cubicBezTo>
                  <a:cubicBezTo>
                    <a:pt x="1611769" y="3113124"/>
                    <a:pt x="1628210" y="3107002"/>
                    <a:pt x="1641363" y="3109043"/>
                  </a:cubicBezTo>
                  <a:cubicBezTo>
                    <a:pt x="1670956" y="3113124"/>
                    <a:pt x="1684109" y="3107002"/>
                    <a:pt x="1703837" y="3090677"/>
                  </a:cubicBezTo>
                  <a:cubicBezTo>
                    <a:pt x="1707126" y="3086596"/>
                    <a:pt x="1716990" y="3084555"/>
                    <a:pt x="1723566" y="3082514"/>
                  </a:cubicBezTo>
                  <a:cubicBezTo>
                    <a:pt x="1740007" y="3080474"/>
                    <a:pt x="1756448" y="3082514"/>
                    <a:pt x="1772889" y="3080474"/>
                  </a:cubicBezTo>
                  <a:cubicBezTo>
                    <a:pt x="1782753" y="3080474"/>
                    <a:pt x="1792618" y="3074352"/>
                    <a:pt x="1799194" y="3074352"/>
                  </a:cubicBezTo>
                  <a:cubicBezTo>
                    <a:pt x="1825499" y="3076393"/>
                    <a:pt x="1855093" y="3070271"/>
                    <a:pt x="1878110" y="3080474"/>
                  </a:cubicBezTo>
                  <a:cubicBezTo>
                    <a:pt x="1881398" y="3082514"/>
                    <a:pt x="1887974" y="3082514"/>
                    <a:pt x="1894551" y="3082514"/>
                  </a:cubicBezTo>
                  <a:cubicBezTo>
                    <a:pt x="1937297" y="3084555"/>
                    <a:pt x="1973466" y="3092718"/>
                    <a:pt x="2003060" y="3109043"/>
                  </a:cubicBezTo>
                  <a:cubicBezTo>
                    <a:pt x="2012925" y="3115165"/>
                    <a:pt x="2026077" y="3119246"/>
                    <a:pt x="2035942" y="3123327"/>
                  </a:cubicBezTo>
                  <a:cubicBezTo>
                    <a:pt x="2045806" y="3127408"/>
                    <a:pt x="2058959" y="3127408"/>
                    <a:pt x="2068823" y="3129449"/>
                  </a:cubicBezTo>
                  <a:cubicBezTo>
                    <a:pt x="2078688" y="3131489"/>
                    <a:pt x="2085264" y="3133530"/>
                    <a:pt x="2095128" y="3133530"/>
                  </a:cubicBezTo>
                  <a:cubicBezTo>
                    <a:pt x="2111569" y="3133530"/>
                    <a:pt x="2124722" y="3137611"/>
                    <a:pt x="2134586" y="3145774"/>
                  </a:cubicBezTo>
                  <a:cubicBezTo>
                    <a:pt x="2137874" y="3147814"/>
                    <a:pt x="2141163" y="3149855"/>
                    <a:pt x="2144451" y="3153936"/>
                  </a:cubicBezTo>
                  <a:cubicBezTo>
                    <a:pt x="2141163" y="3160058"/>
                    <a:pt x="2160892" y="3176383"/>
                    <a:pt x="2174044" y="3176383"/>
                  </a:cubicBezTo>
                  <a:cubicBezTo>
                    <a:pt x="2197062" y="3176383"/>
                    <a:pt x="2220079" y="3180464"/>
                    <a:pt x="2239807" y="3190667"/>
                  </a:cubicBezTo>
                  <a:cubicBezTo>
                    <a:pt x="2243096" y="3192708"/>
                    <a:pt x="2249672" y="3192708"/>
                    <a:pt x="2256248" y="3190667"/>
                  </a:cubicBezTo>
                  <a:cubicBezTo>
                    <a:pt x="2266113" y="3188627"/>
                    <a:pt x="2272689" y="3188627"/>
                    <a:pt x="2279265" y="3194749"/>
                  </a:cubicBezTo>
                  <a:cubicBezTo>
                    <a:pt x="2282554" y="3196789"/>
                    <a:pt x="2295706" y="3196789"/>
                    <a:pt x="2302282" y="3196789"/>
                  </a:cubicBezTo>
                  <a:cubicBezTo>
                    <a:pt x="2318723" y="3196789"/>
                    <a:pt x="2338452" y="3194749"/>
                    <a:pt x="2354893" y="3196789"/>
                  </a:cubicBezTo>
                  <a:cubicBezTo>
                    <a:pt x="2384487" y="3198830"/>
                    <a:pt x="2410792" y="3200870"/>
                    <a:pt x="2440385" y="3204952"/>
                  </a:cubicBezTo>
                  <a:cubicBezTo>
                    <a:pt x="2446962" y="3204952"/>
                    <a:pt x="2453538" y="3206992"/>
                    <a:pt x="2456826" y="3209033"/>
                  </a:cubicBezTo>
                  <a:cubicBezTo>
                    <a:pt x="2463402" y="3219236"/>
                    <a:pt x="2479843" y="3219236"/>
                    <a:pt x="2489708" y="3221277"/>
                  </a:cubicBezTo>
                  <a:cubicBezTo>
                    <a:pt x="2499572" y="3223317"/>
                    <a:pt x="2512725" y="3225358"/>
                    <a:pt x="2519301" y="3225358"/>
                  </a:cubicBezTo>
                  <a:cubicBezTo>
                    <a:pt x="2522589" y="3223317"/>
                    <a:pt x="2529165" y="3221277"/>
                    <a:pt x="2535742" y="3217195"/>
                  </a:cubicBezTo>
                  <a:cubicBezTo>
                    <a:pt x="2522589" y="3217195"/>
                    <a:pt x="2516013" y="3219236"/>
                    <a:pt x="2509437" y="3219236"/>
                  </a:cubicBezTo>
                  <a:cubicBezTo>
                    <a:pt x="2522589" y="3209033"/>
                    <a:pt x="2535742" y="3206992"/>
                    <a:pt x="2552183" y="3213114"/>
                  </a:cubicBezTo>
                  <a:cubicBezTo>
                    <a:pt x="2571912" y="3223317"/>
                    <a:pt x="2588353" y="3223317"/>
                    <a:pt x="2611370" y="3213114"/>
                  </a:cubicBezTo>
                  <a:lnTo>
                    <a:pt x="2631098" y="3206992"/>
                  </a:lnTo>
                  <a:lnTo>
                    <a:pt x="2631098" y="3196789"/>
                  </a:lnTo>
                  <a:cubicBezTo>
                    <a:pt x="2640963" y="3198830"/>
                    <a:pt x="2650827" y="3202911"/>
                    <a:pt x="2657404" y="3202911"/>
                  </a:cubicBezTo>
                  <a:cubicBezTo>
                    <a:pt x="2677133" y="3196789"/>
                    <a:pt x="2696862" y="3190667"/>
                    <a:pt x="2713303" y="3182505"/>
                  </a:cubicBezTo>
                  <a:cubicBezTo>
                    <a:pt x="2733031" y="3174342"/>
                    <a:pt x="2749472" y="3164139"/>
                    <a:pt x="2765913" y="3155977"/>
                  </a:cubicBezTo>
                  <a:cubicBezTo>
                    <a:pt x="2769201" y="3155977"/>
                    <a:pt x="2769201" y="3153936"/>
                    <a:pt x="2772489" y="3153936"/>
                  </a:cubicBezTo>
                  <a:cubicBezTo>
                    <a:pt x="2795506" y="3149855"/>
                    <a:pt x="2815235" y="3147814"/>
                    <a:pt x="2838253" y="3143733"/>
                  </a:cubicBezTo>
                  <a:cubicBezTo>
                    <a:pt x="2851405" y="3141692"/>
                    <a:pt x="2861270" y="3137611"/>
                    <a:pt x="2874422" y="3135571"/>
                  </a:cubicBezTo>
                  <a:cubicBezTo>
                    <a:pt x="2884287" y="3133530"/>
                    <a:pt x="2890863" y="3133530"/>
                    <a:pt x="2900728" y="3131489"/>
                  </a:cubicBezTo>
                  <a:lnTo>
                    <a:pt x="2933609" y="3131489"/>
                  </a:lnTo>
                  <a:cubicBezTo>
                    <a:pt x="2940186" y="3131489"/>
                    <a:pt x="2950050" y="3131489"/>
                    <a:pt x="2956626" y="3129449"/>
                  </a:cubicBezTo>
                  <a:cubicBezTo>
                    <a:pt x="2959914" y="3125368"/>
                    <a:pt x="2966491" y="3119246"/>
                    <a:pt x="2969779" y="3119246"/>
                  </a:cubicBezTo>
                  <a:cubicBezTo>
                    <a:pt x="2979643" y="3119246"/>
                    <a:pt x="2986220" y="3123327"/>
                    <a:pt x="2996084" y="3125368"/>
                  </a:cubicBezTo>
                  <a:cubicBezTo>
                    <a:pt x="2999372" y="3125368"/>
                    <a:pt x="2999372" y="3127408"/>
                    <a:pt x="2999372" y="3129449"/>
                  </a:cubicBezTo>
                  <a:cubicBezTo>
                    <a:pt x="3012525" y="3137611"/>
                    <a:pt x="3022389" y="3147814"/>
                    <a:pt x="3035542" y="3155977"/>
                  </a:cubicBezTo>
                  <a:cubicBezTo>
                    <a:pt x="3051983" y="3166180"/>
                    <a:pt x="3068424" y="3166180"/>
                    <a:pt x="3078288" y="3160058"/>
                  </a:cubicBezTo>
                  <a:cubicBezTo>
                    <a:pt x="3094729" y="3151895"/>
                    <a:pt x="3107882" y="3145774"/>
                    <a:pt x="3130899" y="3149855"/>
                  </a:cubicBezTo>
                  <a:cubicBezTo>
                    <a:pt x="3134187" y="3149855"/>
                    <a:pt x="3140763" y="3151895"/>
                    <a:pt x="3144051" y="3149855"/>
                  </a:cubicBezTo>
                  <a:cubicBezTo>
                    <a:pt x="3160492" y="3145774"/>
                    <a:pt x="3180221" y="3141692"/>
                    <a:pt x="3196662" y="3135571"/>
                  </a:cubicBezTo>
                  <a:cubicBezTo>
                    <a:pt x="3206526" y="3133530"/>
                    <a:pt x="3219679" y="3133530"/>
                    <a:pt x="3222967" y="3129449"/>
                  </a:cubicBezTo>
                  <a:cubicBezTo>
                    <a:pt x="3232832" y="3117205"/>
                    <a:pt x="3249273" y="3111083"/>
                    <a:pt x="3265713" y="3102921"/>
                  </a:cubicBezTo>
                  <a:cubicBezTo>
                    <a:pt x="3275578" y="3096799"/>
                    <a:pt x="3285442" y="3088636"/>
                    <a:pt x="3295307" y="3086596"/>
                  </a:cubicBezTo>
                  <a:cubicBezTo>
                    <a:pt x="3318324" y="3082514"/>
                    <a:pt x="3334765" y="3070271"/>
                    <a:pt x="3354493" y="3062108"/>
                  </a:cubicBezTo>
                  <a:cubicBezTo>
                    <a:pt x="3370934" y="3055986"/>
                    <a:pt x="3380799" y="3043743"/>
                    <a:pt x="3397240" y="3041702"/>
                  </a:cubicBezTo>
                  <a:cubicBezTo>
                    <a:pt x="3423545" y="3037621"/>
                    <a:pt x="3443274" y="3027418"/>
                    <a:pt x="3466291" y="3017215"/>
                  </a:cubicBezTo>
                  <a:cubicBezTo>
                    <a:pt x="3479444" y="3011093"/>
                    <a:pt x="3495884" y="3007012"/>
                    <a:pt x="3512325" y="3009052"/>
                  </a:cubicBezTo>
                  <a:cubicBezTo>
                    <a:pt x="3522190" y="3011093"/>
                    <a:pt x="3535342" y="3009052"/>
                    <a:pt x="3541919" y="3007012"/>
                  </a:cubicBezTo>
                  <a:cubicBezTo>
                    <a:pt x="3555071" y="3002931"/>
                    <a:pt x="3568224" y="2996809"/>
                    <a:pt x="3581376" y="2992728"/>
                  </a:cubicBezTo>
                  <a:cubicBezTo>
                    <a:pt x="3591241" y="2988646"/>
                    <a:pt x="3601105" y="2984565"/>
                    <a:pt x="3610970" y="2984565"/>
                  </a:cubicBezTo>
                  <a:cubicBezTo>
                    <a:pt x="3643852" y="2982524"/>
                    <a:pt x="3670157" y="2978443"/>
                    <a:pt x="3686598" y="2958037"/>
                  </a:cubicBezTo>
                  <a:cubicBezTo>
                    <a:pt x="3693174" y="2949875"/>
                    <a:pt x="3726056" y="2939671"/>
                    <a:pt x="3739208" y="2943753"/>
                  </a:cubicBezTo>
                  <a:cubicBezTo>
                    <a:pt x="3762226" y="2949875"/>
                    <a:pt x="3778666" y="2945793"/>
                    <a:pt x="3791819" y="2933550"/>
                  </a:cubicBezTo>
                  <a:cubicBezTo>
                    <a:pt x="3801683" y="2927427"/>
                    <a:pt x="3814836" y="2929468"/>
                    <a:pt x="3824700" y="2933550"/>
                  </a:cubicBezTo>
                  <a:cubicBezTo>
                    <a:pt x="3831277" y="2937631"/>
                    <a:pt x="3837853" y="2939671"/>
                    <a:pt x="3844429" y="2939671"/>
                  </a:cubicBezTo>
                  <a:cubicBezTo>
                    <a:pt x="3867447" y="2941712"/>
                    <a:pt x="3893752" y="2939671"/>
                    <a:pt x="3916769" y="2941712"/>
                  </a:cubicBezTo>
                  <a:cubicBezTo>
                    <a:pt x="3936498" y="2943753"/>
                    <a:pt x="3956227" y="2939671"/>
                    <a:pt x="3969380" y="2931509"/>
                  </a:cubicBezTo>
                  <a:cubicBezTo>
                    <a:pt x="3982532" y="2923346"/>
                    <a:pt x="3992397" y="2923346"/>
                    <a:pt x="4012125" y="2927427"/>
                  </a:cubicBezTo>
                  <a:cubicBezTo>
                    <a:pt x="4028566" y="2931509"/>
                    <a:pt x="4041719" y="2941712"/>
                    <a:pt x="4064736" y="2939671"/>
                  </a:cubicBezTo>
                  <a:cubicBezTo>
                    <a:pt x="4084465" y="2937631"/>
                    <a:pt x="4107482" y="2943753"/>
                    <a:pt x="4130499" y="2937631"/>
                  </a:cubicBezTo>
                  <a:lnTo>
                    <a:pt x="4143652" y="2937631"/>
                  </a:lnTo>
                  <a:cubicBezTo>
                    <a:pt x="4163381" y="2941712"/>
                    <a:pt x="4183110" y="2943753"/>
                    <a:pt x="4199551" y="2953956"/>
                  </a:cubicBezTo>
                  <a:cubicBezTo>
                    <a:pt x="4219279" y="2964159"/>
                    <a:pt x="4222568" y="2888656"/>
                    <a:pt x="4242297" y="2896818"/>
                  </a:cubicBezTo>
                  <a:cubicBezTo>
                    <a:pt x="4271890" y="2909062"/>
                    <a:pt x="4265314" y="2896818"/>
                    <a:pt x="4294907" y="2907021"/>
                  </a:cubicBezTo>
                  <a:cubicBezTo>
                    <a:pt x="4317924" y="2913143"/>
                    <a:pt x="4308060" y="2890697"/>
                    <a:pt x="4334365" y="2894778"/>
                  </a:cubicBezTo>
                  <a:cubicBezTo>
                    <a:pt x="4337653" y="2894778"/>
                    <a:pt x="4377111" y="2911103"/>
                    <a:pt x="4377111" y="2909062"/>
                  </a:cubicBezTo>
                  <a:cubicBezTo>
                    <a:pt x="4393552" y="2902940"/>
                    <a:pt x="4409993" y="2841722"/>
                    <a:pt x="4426433" y="2843762"/>
                  </a:cubicBezTo>
                  <a:cubicBezTo>
                    <a:pt x="4459315" y="2849884"/>
                    <a:pt x="4488909" y="2845803"/>
                    <a:pt x="4518502" y="2837640"/>
                  </a:cubicBezTo>
                  <a:cubicBezTo>
                    <a:pt x="4534943" y="2833559"/>
                    <a:pt x="4561248" y="2819275"/>
                    <a:pt x="4574401" y="2825397"/>
                  </a:cubicBezTo>
                  <a:cubicBezTo>
                    <a:pt x="4597418" y="2835600"/>
                    <a:pt x="4620435" y="2839681"/>
                    <a:pt x="4646740" y="2841722"/>
                  </a:cubicBezTo>
                  <a:cubicBezTo>
                    <a:pt x="4650029" y="2841722"/>
                    <a:pt x="4653317" y="2843762"/>
                    <a:pt x="4656605" y="2845803"/>
                  </a:cubicBezTo>
                  <a:cubicBezTo>
                    <a:pt x="4666469" y="2853965"/>
                    <a:pt x="4712503" y="2831519"/>
                    <a:pt x="4722368" y="2839681"/>
                  </a:cubicBezTo>
                  <a:cubicBezTo>
                    <a:pt x="4735521" y="2851925"/>
                    <a:pt x="4748673" y="2864169"/>
                    <a:pt x="4761826" y="2874372"/>
                  </a:cubicBezTo>
                  <a:cubicBezTo>
                    <a:pt x="4768402" y="2878453"/>
                    <a:pt x="4778267" y="2880494"/>
                    <a:pt x="4781555" y="2884575"/>
                  </a:cubicBezTo>
                  <a:cubicBezTo>
                    <a:pt x="4784843" y="2894778"/>
                    <a:pt x="4791420" y="2898859"/>
                    <a:pt x="4807860" y="2898859"/>
                  </a:cubicBezTo>
                  <a:cubicBezTo>
                    <a:pt x="4817725" y="2898859"/>
                    <a:pt x="4827589" y="2900900"/>
                    <a:pt x="4834165" y="2904981"/>
                  </a:cubicBezTo>
                  <a:cubicBezTo>
                    <a:pt x="4850606" y="2911103"/>
                    <a:pt x="4863759" y="2917224"/>
                    <a:pt x="4876911" y="2923346"/>
                  </a:cubicBezTo>
                  <a:cubicBezTo>
                    <a:pt x="4893352" y="2929468"/>
                    <a:pt x="4909793" y="2935590"/>
                    <a:pt x="4916370" y="2945793"/>
                  </a:cubicBezTo>
                  <a:cubicBezTo>
                    <a:pt x="4919658" y="2949875"/>
                    <a:pt x="4922946" y="2951915"/>
                    <a:pt x="4926234" y="2953956"/>
                  </a:cubicBezTo>
                  <a:cubicBezTo>
                    <a:pt x="4939387" y="2962118"/>
                    <a:pt x="4952539" y="2968240"/>
                    <a:pt x="4965692" y="2976403"/>
                  </a:cubicBezTo>
                  <a:cubicBezTo>
                    <a:pt x="4985421" y="2986606"/>
                    <a:pt x="5001861" y="2998849"/>
                    <a:pt x="5021590" y="3009052"/>
                  </a:cubicBezTo>
                  <a:cubicBezTo>
                    <a:pt x="5028167" y="3011093"/>
                    <a:pt x="5034743" y="3015174"/>
                    <a:pt x="5041319" y="3017215"/>
                  </a:cubicBezTo>
                  <a:cubicBezTo>
                    <a:pt x="5054472" y="3021296"/>
                    <a:pt x="5067625" y="3025377"/>
                    <a:pt x="5077489" y="3031499"/>
                  </a:cubicBezTo>
                  <a:cubicBezTo>
                    <a:pt x="5087354" y="3037621"/>
                    <a:pt x="5133388" y="3000890"/>
                    <a:pt x="5139964" y="3009052"/>
                  </a:cubicBezTo>
                  <a:cubicBezTo>
                    <a:pt x="5139964" y="3011093"/>
                    <a:pt x="5143252" y="3011093"/>
                    <a:pt x="5146541" y="3011093"/>
                  </a:cubicBezTo>
                  <a:cubicBezTo>
                    <a:pt x="5166270" y="3021296"/>
                    <a:pt x="5185999" y="3017215"/>
                    <a:pt x="5205727" y="3013134"/>
                  </a:cubicBezTo>
                  <a:cubicBezTo>
                    <a:pt x="5212304" y="3011093"/>
                    <a:pt x="5218880" y="3009052"/>
                    <a:pt x="5222168" y="3011093"/>
                  </a:cubicBezTo>
                  <a:cubicBezTo>
                    <a:pt x="5245186" y="3017215"/>
                    <a:pt x="5261626" y="3031499"/>
                    <a:pt x="5291220" y="3033540"/>
                  </a:cubicBezTo>
                  <a:cubicBezTo>
                    <a:pt x="5291220" y="3033540"/>
                    <a:pt x="5294508" y="3033540"/>
                    <a:pt x="5294508" y="3035580"/>
                  </a:cubicBezTo>
                  <a:cubicBezTo>
                    <a:pt x="5301084" y="3047824"/>
                    <a:pt x="5320813" y="3047824"/>
                    <a:pt x="5337254" y="3049865"/>
                  </a:cubicBezTo>
                  <a:cubicBezTo>
                    <a:pt x="5347118" y="3049865"/>
                    <a:pt x="5356983" y="3051905"/>
                    <a:pt x="5363559" y="3053946"/>
                  </a:cubicBezTo>
                  <a:cubicBezTo>
                    <a:pt x="5383288" y="3060068"/>
                    <a:pt x="5403017" y="3068230"/>
                    <a:pt x="5426034" y="3072311"/>
                  </a:cubicBezTo>
                  <a:cubicBezTo>
                    <a:pt x="5455628" y="3078433"/>
                    <a:pt x="5485221" y="3082514"/>
                    <a:pt x="5508238" y="3092718"/>
                  </a:cubicBezTo>
                  <a:cubicBezTo>
                    <a:pt x="5511526" y="3092718"/>
                    <a:pt x="5514815" y="3092718"/>
                    <a:pt x="5514815" y="3094758"/>
                  </a:cubicBezTo>
                  <a:cubicBezTo>
                    <a:pt x="5524679" y="3098839"/>
                    <a:pt x="5541120" y="3100880"/>
                    <a:pt x="5547696" y="3107002"/>
                  </a:cubicBezTo>
                  <a:cubicBezTo>
                    <a:pt x="5557561" y="3119246"/>
                    <a:pt x="5583865" y="3117205"/>
                    <a:pt x="5597019" y="3127408"/>
                  </a:cubicBezTo>
                  <a:lnTo>
                    <a:pt x="5600306" y="3127408"/>
                  </a:lnTo>
                  <a:cubicBezTo>
                    <a:pt x="5613459" y="3127408"/>
                    <a:pt x="5626612" y="3129449"/>
                    <a:pt x="5643053" y="3129449"/>
                  </a:cubicBezTo>
                  <a:cubicBezTo>
                    <a:pt x="5649629" y="3127408"/>
                    <a:pt x="5659493" y="3123327"/>
                    <a:pt x="5666070" y="3123327"/>
                  </a:cubicBezTo>
                  <a:cubicBezTo>
                    <a:pt x="5695663" y="3129449"/>
                    <a:pt x="5725256" y="3129449"/>
                    <a:pt x="5744986" y="3113124"/>
                  </a:cubicBezTo>
                  <a:cubicBezTo>
                    <a:pt x="5748274" y="3111083"/>
                    <a:pt x="5754850" y="3111083"/>
                    <a:pt x="5761427" y="3111083"/>
                  </a:cubicBezTo>
                  <a:lnTo>
                    <a:pt x="5787732" y="3111083"/>
                  </a:lnTo>
                  <a:cubicBezTo>
                    <a:pt x="5817325" y="3107002"/>
                    <a:pt x="5843631" y="3102921"/>
                    <a:pt x="5873224" y="3100880"/>
                  </a:cubicBezTo>
                  <a:cubicBezTo>
                    <a:pt x="5886377" y="3098839"/>
                    <a:pt x="5902818" y="3102921"/>
                    <a:pt x="5915970" y="3104961"/>
                  </a:cubicBezTo>
                  <a:cubicBezTo>
                    <a:pt x="5929122" y="3107002"/>
                    <a:pt x="5942275" y="3107002"/>
                    <a:pt x="5955428" y="3107002"/>
                  </a:cubicBezTo>
                  <a:cubicBezTo>
                    <a:pt x="5971869" y="3107002"/>
                    <a:pt x="5985022" y="3102921"/>
                    <a:pt x="6001462" y="3102921"/>
                  </a:cubicBezTo>
                  <a:cubicBezTo>
                    <a:pt x="6014615" y="3100880"/>
                    <a:pt x="6031056" y="3100880"/>
                    <a:pt x="6044208" y="3098839"/>
                  </a:cubicBezTo>
                  <a:cubicBezTo>
                    <a:pt x="6073802" y="3094758"/>
                    <a:pt x="6100107" y="3090677"/>
                    <a:pt x="6129700" y="3088636"/>
                  </a:cubicBezTo>
                  <a:cubicBezTo>
                    <a:pt x="6149429" y="3019255"/>
                    <a:pt x="6146141" y="2937631"/>
                    <a:pt x="6146141" y="2853965"/>
                  </a:cubicBezTo>
                  <a:close/>
                </a:path>
              </a:pathLst>
            </a:custGeom>
            <a:blipFill>
              <a:blip r:embed="rId3"/>
              <a:stretch>
                <a:fillRect l="0" t="-3595" r="0" b="-3595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3108983" y="3959542"/>
            <a:ext cx="12070034" cy="290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37"/>
              </a:lnSpc>
            </a:pPr>
            <a:r>
              <a:rPr lang="en-US" sz="13591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Exemplos</a:t>
            </a:r>
          </a:p>
          <a:p>
            <a:pPr algn="ctr" marL="0" indent="0" lvl="0">
              <a:lnSpc>
                <a:spcPts val="10737"/>
              </a:lnSpc>
            </a:pPr>
            <a:r>
              <a:rPr lang="en-US" sz="13591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Eventos independentes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08937">
            <a:off x="-386359" y="-535730"/>
            <a:ext cx="3331455" cy="3319341"/>
          </a:xfrm>
          <a:custGeom>
            <a:avLst/>
            <a:gdLst/>
            <a:ahLst/>
            <a:cxnLst/>
            <a:rect r="r" b="b" t="t" l="l"/>
            <a:pathLst>
              <a:path h="3319341" w="3331455">
                <a:moveTo>
                  <a:pt x="0" y="0"/>
                </a:moveTo>
                <a:lnTo>
                  <a:pt x="3331456" y="0"/>
                </a:lnTo>
                <a:lnTo>
                  <a:pt x="3331456" y="3319341"/>
                </a:lnTo>
                <a:lnTo>
                  <a:pt x="0" y="33193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63618" y="0"/>
            <a:ext cx="4045431" cy="3309898"/>
          </a:xfrm>
          <a:custGeom>
            <a:avLst/>
            <a:gdLst/>
            <a:ahLst/>
            <a:cxnLst/>
            <a:rect r="r" b="b" t="t" l="l"/>
            <a:pathLst>
              <a:path h="3309898" w="4045431">
                <a:moveTo>
                  <a:pt x="0" y="0"/>
                </a:moveTo>
                <a:lnTo>
                  <a:pt x="4045431" y="0"/>
                </a:lnTo>
                <a:lnTo>
                  <a:pt x="4045431" y="3309898"/>
                </a:lnTo>
                <a:lnTo>
                  <a:pt x="0" y="33098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21332">
            <a:off x="3927348" y="-2967750"/>
            <a:ext cx="6410912" cy="4522607"/>
          </a:xfrm>
          <a:custGeom>
            <a:avLst/>
            <a:gdLst/>
            <a:ahLst/>
            <a:cxnLst/>
            <a:rect r="r" b="b" t="t" l="l"/>
            <a:pathLst>
              <a:path h="4522607" w="6410912">
                <a:moveTo>
                  <a:pt x="0" y="0"/>
                </a:moveTo>
                <a:lnTo>
                  <a:pt x="6410912" y="0"/>
                </a:lnTo>
                <a:lnTo>
                  <a:pt x="6410912" y="4522607"/>
                </a:lnTo>
                <a:lnTo>
                  <a:pt x="0" y="45226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21822" y="-1504337"/>
            <a:ext cx="4737599" cy="3324933"/>
          </a:xfrm>
          <a:custGeom>
            <a:avLst/>
            <a:gdLst/>
            <a:ahLst/>
            <a:cxnLst/>
            <a:rect r="r" b="b" t="t" l="l"/>
            <a:pathLst>
              <a:path h="3324933" w="4737599">
                <a:moveTo>
                  <a:pt x="0" y="0"/>
                </a:moveTo>
                <a:lnTo>
                  <a:pt x="4737599" y="0"/>
                </a:lnTo>
                <a:lnTo>
                  <a:pt x="4737599" y="3324933"/>
                </a:lnTo>
                <a:lnTo>
                  <a:pt x="0" y="33249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795918">
            <a:off x="2261636" y="-585074"/>
            <a:ext cx="2157502" cy="1596551"/>
          </a:xfrm>
          <a:custGeom>
            <a:avLst/>
            <a:gdLst/>
            <a:ahLst/>
            <a:cxnLst/>
            <a:rect r="r" b="b" t="t" l="l"/>
            <a:pathLst>
              <a:path h="1596551" w="2157502">
                <a:moveTo>
                  <a:pt x="0" y="0"/>
                </a:moveTo>
                <a:lnTo>
                  <a:pt x="2157502" y="0"/>
                </a:lnTo>
                <a:lnTo>
                  <a:pt x="2157502" y="1596551"/>
                </a:lnTo>
                <a:lnTo>
                  <a:pt x="0" y="15965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627401">
            <a:off x="8677393" y="-745597"/>
            <a:ext cx="1267157" cy="2131303"/>
          </a:xfrm>
          <a:custGeom>
            <a:avLst/>
            <a:gdLst/>
            <a:ahLst/>
            <a:cxnLst/>
            <a:rect r="r" b="b" t="t" l="l"/>
            <a:pathLst>
              <a:path h="2131303" w="1267157">
                <a:moveTo>
                  <a:pt x="0" y="0"/>
                </a:moveTo>
                <a:lnTo>
                  <a:pt x="1267156" y="0"/>
                </a:lnTo>
                <a:lnTo>
                  <a:pt x="1267156" y="2131303"/>
                </a:lnTo>
                <a:lnTo>
                  <a:pt x="0" y="213130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6402983">
            <a:off x="-37993" y="1921424"/>
            <a:ext cx="305914" cy="2758240"/>
          </a:xfrm>
          <a:custGeom>
            <a:avLst/>
            <a:gdLst/>
            <a:ahLst/>
            <a:cxnLst/>
            <a:rect r="r" b="b" t="t" l="l"/>
            <a:pathLst>
              <a:path h="2758240" w="305914">
                <a:moveTo>
                  <a:pt x="0" y="0"/>
                </a:moveTo>
                <a:lnTo>
                  <a:pt x="305914" y="0"/>
                </a:lnTo>
                <a:lnTo>
                  <a:pt x="305914" y="2758240"/>
                </a:lnTo>
                <a:lnTo>
                  <a:pt x="0" y="27582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698887">
            <a:off x="1906450" y="1985551"/>
            <a:ext cx="2314398" cy="374512"/>
          </a:xfrm>
          <a:custGeom>
            <a:avLst/>
            <a:gdLst/>
            <a:ahLst/>
            <a:cxnLst/>
            <a:rect r="r" b="b" t="t" l="l"/>
            <a:pathLst>
              <a:path h="374512" w="2314398">
                <a:moveTo>
                  <a:pt x="0" y="0"/>
                </a:moveTo>
                <a:lnTo>
                  <a:pt x="2314398" y="0"/>
                </a:lnTo>
                <a:lnTo>
                  <a:pt x="2314398" y="374511"/>
                </a:lnTo>
                <a:lnTo>
                  <a:pt x="0" y="37451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005937">
            <a:off x="13560892" y="1803070"/>
            <a:ext cx="1484653" cy="594496"/>
          </a:xfrm>
          <a:custGeom>
            <a:avLst/>
            <a:gdLst/>
            <a:ahLst/>
            <a:cxnLst/>
            <a:rect r="r" b="b" t="t" l="l"/>
            <a:pathLst>
              <a:path h="594496" w="1484653">
                <a:moveTo>
                  <a:pt x="0" y="0"/>
                </a:moveTo>
                <a:lnTo>
                  <a:pt x="1484653" y="0"/>
                </a:lnTo>
                <a:lnTo>
                  <a:pt x="1484653" y="594496"/>
                </a:lnTo>
                <a:lnTo>
                  <a:pt x="0" y="59449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5820" t="-289673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907658" y="1777055"/>
            <a:ext cx="9219514" cy="110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32"/>
              </a:lnSpc>
            </a:pPr>
            <a:r>
              <a:rPr lang="en-US" sz="9788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Regra da multiplicação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08389" y="2789765"/>
            <a:ext cx="11551032" cy="1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lançamento de uma moeda e de um dado simultaneamente, qual a probabilidade de sair </a:t>
            </a:r>
            <a:r>
              <a:rPr lang="en-US" b="true" sz="361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cara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na moeda </a:t>
            </a:r>
            <a:r>
              <a:rPr lang="en-US" b="true" sz="361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 </a:t>
            </a:r>
            <a:r>
              <a:rPr lang="en-US" b="true" sz="361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face superior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do dado ser </a:t>
            </a:r>
            <a:r>
              <a:rPr lang="en-US" b="true" sz="361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83262" y="4736550"/>
            <a:ext cx="11551032" cy="1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37"/>
              </a:lnSpc>
            </a:pP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Eventos</a:t>
            </a:r>
          </a:p>
          <a:p>
            <a:pPr algn="just" marL="781152" indent="-390576" lvl="1">
              <a:lnSpc>
                <a:spcPts val="5137"/>
              </a:lnSpc>
              <a:buFont typeface="Arial"/>
              <a:buChar char="•"/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A: sair </a:t>
            </a:r>
            <a:r>
              <a:rPr lang="en-US" b="true" sz="361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cara 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 moeda.</a:t>
            </a:r>
          </a:p>
          <a:p>
            <a:pPr algn="just" marL="781152" indent="-390576" lvl="1">
              <a:lnSpc>
                <a:spcPts val="5137"/>
              </a:lnSpc>
              <a:buFont typeface="Arial"/>
              <a:buChar char="•"/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B: sair </a:t>
            </a:r>
            <a:r>
              <a:rPr lang="en-US" b="true" sz="361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 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dado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35455" y="8584945"/>
            <a:ext cx="11551032" cy="25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P(A) = </a:t>
            </a: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1/2</a:t>
            </a:r>
          </a:p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P(B)=</a:t>
            </a: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1/6</a:t>
            </a:r>
          </a:p>
          <a:p>
            <a:pPr algn="just">
              <a:lnSpc>
                <a:spcPts val="5137"/>
              </a:lnSpc>
            </a:pPr>
          </a:p>
          <a:p>
            <a:pPr algn="just">
              <a:lnSpc>
                <a:spcPts val="513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468468" y="6683334"/>
            <a:ext cx="11551032" cy="1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37"/>
              </a:lnSpc>
            </a:pP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Fórmula básica da probabilidade:</a:t>
            </a:r>
          </a:p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P(A)=n(Ω)/n(A)​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08937">
            <a:off x="-386359" y="-535730"/>
            <a:ext cx="3331455" cy="3319341"/>
          </a:xfrm>
          <a:custGeom>
            <a:avLst/>
            <a:gdLst/>
            <a:ahLst/>
            <a:cxnLst/>
            <a:rect r="r" b="b" t="t" l="l"/>
            <a:pathLst>
              <a:path h="3319341" w="3331455">
                <a:moveTo>
                  <a:pt x="0" y="0"/>
                </a:moveTo>
                <a:lnTo>
                  <a:pt x="3331456" y="0"/>
                </a:lnTo>
                <a:lnTo>
                  <a:pt x="3331456" y="3319341"/>
                </a:lnTo>
                <a:lnTo>
                  <a:pt x="0" y="33193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63618" y="0"/>
            <a:ext cx="4045431" cy="3309898"/>
          </a:xfrm>
          <a:custGeom>
            <a:avLst/>
            <a:gdLst/>
            <a:ahLst/>
            <a:cxnLst/>
            <a:rect r="r" b="b" t="t" l="l"/>
            <a:pathLst>
              <a:path h="3309898" w="4045431">
                <a:moveTo>
                  <a:pt x="0" y="0"/>
                </a:moveTo>
                <a:lnTo>
                  <a:pt x="4045431" y="0"/>
                </a:lnTo>
                <a:lnTo>
                  <a:pt x="4045431" y="3309898"/>
                </a:lnTo>
                <a:lnTo>
                  <a:pt x="0" y="33098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21332">
            <a:off x="3927348" y="-2967750"/>
            <a:ext cx="6410912" cy="4522607"/>
          </a:xfrm>
          <a:custGeom>
            <a:avLst/>
            <a:gdLst/>
            <a:ahLst/>
            <a:cxnLst/>
            <a:rect r="r" b="b" t="t" l="l"/>
            <a:pathLst>
              <a:path h="4522607" w="6410912">
                <a:moveTo>
                  <a:pt x="0" y="0"/>
                </a:moveTo>
                <a:lnTo>
                  <a:pt x="6410912" y="0"/>
                </a:lnTo>
                <a:lnTo>
                  <a:pt x="6410912" y="4522607"/>
                </a:lnTo>
                <a:lnTo>
                  <a:pt x="0" y="45226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21822" y="-1504337"/>
            <a:ext cx="4737599" cy="3324933"/>
          </a:xfrm>
          <a:custGeom>
            <a:avLst/>
            <a:gdLst/>
            <a:ahLst/>
            <a:cxnLst/>
            <a:rect r="r" b="b" t="t" l="l"/>
            <a:pathLst>
              <a:path h="3324933" w="4737599">
                <a:moveTo>
                  <a:pt x="0" y="0"/>
                </a:moveTo>
                <a:lnTo>
                  <a:pt x="4737599" y="0"/>
                </a:lnTo>
                <a:lnTo>
                  <a:pt x="4737599" y="3324933"/>
                </a:lnTo>
                <a:lnTo>
                  <a:pt x="0" y="33249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795918">
            <a:off x="2261636" y="-585074"/>
            <a:ext cx="2157502" cy="1596551"/>
          </a:xfrm>
          <a:custGeom>
            <a:avLst/>
            <a:gdLst/>
            <a:ahLst/>
            <a:cxnLst/>
            <a:rect r="r" b="b" t="t" l="l"/>
            <a:pathLst>
              <a:path h="1596551" w="2157502">
                <a:moveTo>
                  <a:pt x="0" y="0"/>
                </a:moveTo>
                <a:lnTo>
                  <a:pt x="2157502" y="0"/>
                </a:lnTo>
                <a:lnTo>
                  <a:pt x="2157502" y="1596551"/>
                </a:lnTo>
                <a:lnTo>
                  <a:pt x="0" y="15965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627401">
            <a:off x="8677393" y="-745597"/>
            <a:ext cx="1267157" cy="2131303"/>
          </a:xfrm>
          <a:custGeom>
            <a:avLst/>
            <a:gdLst/>
            <a:ahLst/>
            <a:cxnLst/>
            <a:rect r="r" b="b" t="t" l="l"/>
            <a:pathLst>
              <a:path h="2131303" w="1267157">
                <a:moveTo>
                  <a:pt x="0" y="0"/>
                </a:moveTo>
                <a:lnTo>
                  <a:pt x="1267156" y="0"/>
                </a:lnTo>
                <a:lnTo>
                  <a:pt x="1267156" y="2131303"/>
                </a:lnTo>
                <a:lnTo>
                  <a:pt x="0" y="213130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6402983">
            <a:off x="-37993" y="1921424"/>
            <a:ext cx="305914" cy="2758240"/>
          </a:xfrm>
          <a:custGeom>
            <a:avLst/>
            <a:gdLst/>
            <a:ahLst/>
            <a:cxnLst/>
            <a:rect r="r" b="b" t="t" l="l"/>
            <a:pathLst>
              <a:path h="2758240" w="305914">
                <a:moveTo>
                  <a:pt x="0" y="0"/>
                </a:moveTo>
                <a:lnTo>
                  <a:pt x="305914" y="0"/>
                </a:lnTo>
                <a:lnTo>
                  <a:pt x="305914" y="2758240"/>
                </a:lnTo>
                <a:lnTo>
                  <a:pt x="0" y="27582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698887">
            <a:off x="1906450" y="1985551"/>
            <a:ext cx="2314398" cy="374512"/>
          </a:xfrm>
          <a:custGeom>
            <a:avLst/>
            <a:gdLst/>
            <a:ahLst/>
            <a:cxnLst/>
            <a:rect r="r" b="b" t="t" l="l"/>
            <a:pathLst>
              <a:path h="374512" w="2314398">
                <a:moveTo>
                  <a:pt x="0" y="0"/>
                </a:moveTo>
                <a:lnTo>
                  <a:pt x="2314398" y="0"/>
                </a:lnTo>
                <a:lnTo>
                  <a:pt x="2314398" y="374511"/>
                </a:lnTo>
                <a:lnTo>
                  <a:pt x="0" y="37451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005937">
            <a:off x="13560892" y="1803070"/>
            <a:ext cx="1484653" cy="594496"/>
          </a:xfrm>
          <a:custGeom>
            <a:avLst/>
            <a:gdLst/>
            <a:ahLst/>
            <a:cxnLst/>
            <a:rect r="r" b="b" t="t" l="l"/>
            <a:pathLst>
              <a:path h="594496" w="1484653">
                <a:moveTo>
                  <a:pt x="0" y="0"/>
                </a:moveTo>
                <a:lnTo>
                  <a:pt x="1484653" y="0"/>
                </a:lnTo>
                <a:lnTo>
                  <a:pt x="1484653" y="594496"/>
                </a:lnTo>
                <a:lnTo>
                  <a:pt x="0" y="59449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5820" t="-289673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35455" y="3224344"/>
            <a:ext cx="11551032" cy="1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Utilizando a </a:t>
            </a: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regra da multiplicação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</a:t>
            </a: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A∩B)=P(A)⋅P(B)</a:t>
            </a:r>
          </a:p>
          <a:p>
            <a:pPr algn="just">
              <a:lnSpc>
                <a:spcPts val="513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483262" y="5609279"/>
            <a:ext cx="11551032" cy="1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P(A∩B)=P(A)⋅P(B)</a:t>
            </a:r>
          </a:p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P(A∩B)=1/2*1/6</a:t>
            </a:r>
          </a:p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P(A∩B)=</a:t>
            </a:r>
            <a:r>
              <a:rPr lang="en-US" b="true" sz="361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1/12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08937">
            <a:off x="-386359" y="-535730"/>
            <a:ext cx="3331455" cy="3319341"/>
          </a:xfrm>
          <a:custGeom>
            <a:avLst/>
            <a:gdLst/>
            <a:ahLst/>
            <a:cxnLst/>
            <a:rect r="r" b="b" t="t" l="l"/>
            <a:pathLst>
              <a:path h="3319341" w="3331455">
                <a:moveTo>
                  <a:pt x="0" y="0"/>
                </a:moveTo>
                <a:lnTo>
                  <a:pt x="3331456" y="0"/>
                </a:lnTo>
                <a:lnTo>
                  <a:pt x="3331456" y="3319341"/>
                </a:lnTo>
                <a:lnTo>
                  <a:pt x="0" y="33193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63618" y="0"/>
            <a:ext cx="4045431" cy="3309898"/>
          </a:xfrm>
          <a:custGeom>
            <a:avLst/>
            <a:gdLst/>
            <a:ahLst/>
            <a:cxnLst/>
            <a:rect r="r" b="b" t="t" l="l"/>
            <a:pathLst>
              <a:path h="3309898" w="4045431">
                <a:moveTo>
                  <a:pt x="0" y="0"/>
                </a:moveTo>
                <a:lnTo>
                  <a:pt x="4045431" y="0"/>
                </a:lnTo>
                <a:lnTo>
                  <a:pt x="4045431" y="3309898"/>
                </a:lnTo>
                <a:lnTo>
                  <a:pt x="0" y="33098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21332">
            <a:off x="3927348" y="-2967750"/>
            <a:ext cx="6410912" cy="4522607"/>
          </a:xfrm>
          <a:custGeom>
            <a:avLst/>
            <a:gdLst/>
            <a:ahLst/>
            <a:cxnLst/>
            <a:rect r="r" b="b" t="t" l="l"/>
            <a:pathLst>
              <a:path h="4522607" w="6410912">
                <a:moveTo>
                  <a:pt x="0" y="0"/>
                </a:moveTo>
                <a:lnTo>
                  <a:pt x="6410912" y="0"/>
                </a:lnTo>
                <a:lnTo>
                  <a:pt x="6410912" y="4522607"/>
                </a:lnTo>
                <a:lnTo>
                  <a:pt x="0" y="45226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21822" y="-1504337"/>
            <a:ext cx="4737599" cy="3324933"/>
          </a:xfrm>
          <a:custGeom>
            <a:avLst/>
            <a:gdLst/>
            <a:ahLst/>
            <a:cxnLst/>
            <a:rect r="r" b="b" t="t" l="l"/>
            <a:pathLst>
              <a:path h="3324933" w="4737599">
                <a:moveTo>
                  <a:pt x="0" y="0"/>
                </a:moveTo>
                <a:lnTo>
                  <a:pt x="4737599" y="0"/>
                </a:lnTo>
                <a:lnTo>
                  <a:pt x="4737599" y="3324933"/>
                </a:lnTo>
                <a:lnTo>
                  <a:pt x="0" y="33249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795918">
            <a:off x="2261636" y="-585074"/>
            <a:ext cx="2157502" cy="1596551"/>
          </a:xfrm>
          <a:custGeom>
            <a:avLst/>
            <a:gdLst/>
            <a:ahLst/>
            <a:cxnLst/>
            <a:rect r="r" b="b" t="t" l="l"/>
            <a:pathLst>
              <a:path h="1596551" w="2157502">
                <a:moveTo>
                  <a:pt x="0" y="0"/>
                </a:moveTo>
                <a:lnTo>
                  <a:pt x="2157502" y="0"/>
                </a:lnTo>
                <a:lnTo>
                  <a:pt x="2157502" y="1596551"/>
                </a:lnTo>
                <a:lnTo>
                  <a:pt x="0" y="15965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627401">
            <a:off x="8677393" y="-745597"/>
            <a:ext cx="1267157" cy="2131303"/>
          </a:xfrm>
          <a:custGeom>
            <a:avLst/>
            <a:gdLst/>
            <a:ahLst/>
            <a:cxnLst/>
            <a:rect r="r" b="b" t="t" l="l"/>
            <a:pathLst>
              <a:path h="2131303" w="1267157">
                <a:moveTo>
                  <a:pt x="0" y="0"/>
                </a:moveTo>
                <a:lnTo>
                  <a:pt x="1267156" y="0"/>
                </a:lnTo>
                <a:lnTo>
                  <a:pt x="1267156" y="2131303"/>
                </a:lnTo>
                <a:lnTo>
                  <a:pt x="0" y="213130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6402983">
            <a:off x="-37993" y="1921424"/>
            <a:ext cx="305914" cy="2758240"/>
          </a:xfrm>
          <a:custGeom>
            <a:avLst/>
            <a:gdLst/>
            <a:ahLst/>
            <a:cxnLst/>
            <a:rect r="r" b="b" t="t" l="l"/>
            <a:pathLst>
              <a:path h="2758240" w="305914">
                <a:moveTo>
                  <a:pt x="0" y="0"/>
                </a:moveTo>
                <a:lnTo>
                  <a:pt x="305914" y="0"/>
                </a:lnTo>
                <a:lnTo>
                  <a:pt x="305914" y="2758240"/>
                </a:lnTo>
                <a:lnTo>
                  <a:pt x="0" y="27582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698887">
            <a:off x="1906450" y="1985551"/>
            <a:ext cx="2314398" cy="374512"/>
          </a:xfrm>
          <a:custGeom>
            <a:avLst/>
            <a:gdLst/>
            <a:ahLst/>
            <a:cxnLst/>
            <a:rect r="r" b="b" t="t" l="l"/>
            <a:pathLst>
              <a:path h="374512" w="2314398">
                <a:moveTo>
                  <a:pt x="0" y="0"/>
                </a:moveTo>
                <a:lnTo>
                  <a:pt x="2314398" y="0"/>
                </a:lnTo>
                <a:lnTo>
                  <a:pt x="2314398" y="374511"/>
                </a:lnTo>
                <a:lnTo>
                  <a:pt x="0" y="37451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005937">
            <a:off x="13560892" y="1803070"/>
            <a:ext cx="1484653" cy="594496"/>
          </a:xfrm>
          <a:custGeom>
            <a:avLst/>
            <a:gdLst/>
            <a:ahLst/>
            <a:cxnLst/>
            <a:rect r="r" b="b" t="t" l="l"/>
            <a:pathLst>
              <a:path h="594496" w="1484653">
                <a:moveTo>
                  <a:pt x="0" y="0"/>
                </a:moveTo>
                <a:lnTo>
                  <a:pt x="1484653" y="0"/>
                </a:lnTo>
                <a:lnTo>
                  <a:pt x="1484653" y="594496"/>
                </a:lnTo>
                <a:lnTo>
                  <a:pt x="0" y="59449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5820" t="-289673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472495" y="1827961"/>
            <a:ext cx="9830723" cy="105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89"/>
              </a:lnSpc>
            </a:pPr>
            <a:r>
              <a:rPr lang="en-US" sz="9354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Regra da Adição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07205" y="3224344"/>
            <a:ext cx="14156376" cy="709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Considere a probabilidade de uma familia na região metropolitana (</a:t>
            </a: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RM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) ter um </a:t>
            </a: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PC 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 casa seja igual a </a:t>
            </a: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86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% e que a probabilidade de uma familia na </a:t>
            </a: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RM 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ter um </a:t>
            </a: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MAC 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é igual a </a:t>
            </a: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35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% já a probabilidade de uma familia na </a:t>
            </a: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RM 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ter um </a:t>
            </a: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PC 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um </a:t>
            </a: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MAC 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é </a:t>
            </a: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29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%.Calcule a probabilidade de uma familia na </a:t>
            </a: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RM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,selecionada ao acaso,tenha um </a:t>
            </a: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PC ou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um </a:t>
            </a: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MAC 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 casa</a:t>
            </a:r>
          </a:p>
          <a:p>
            <a:pPr algn="just">
              <a:lnSpc>
                <a:spcPts val="5137"/>
              </a:lnSpc>
            </a:pPr>
          </a:p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P(PC) = 0,86</a:t>
            </a:r>
          </a:p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P(MAC)=0,35</a:t>
            </a:r>
          </a:p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P(PC∩MAC)=0,29</a:t>
            </a:r>
          </a:p>
          <a:p>
            <a:pPr algn="just">
              <a:lnSpc>
                <a:spcPts val="5137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08937">
            <a:off x="-386359" y="-535730"/>
            <a:ext cx="3331455" cy="3319341"/>
          </a:xfrm>
          <a:custGeom>
            <a:avLst/>
            <a:gdLst/>
            <a:ahLst/>
            <a:cxnLst/>
            <a:rect r="r" b="b" t="t" l="l"/>
            <a:pathLst>
              <a:path h="3319341" w="3331455">
                <a:moveTo>
                  <a:pt x="0" y="0"/>
                </a:moveTo>
                <a:lnTo>
                  <a:pt x="3331456" y="0"/>
                </a:lnTo>
                <a:lnTo>
                  <a:pt x="3331456" y="3319341"/>
                </a:lnTo>
                <a:lnTo>
                  <a:pt x="0" y="33193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63618" y="0"/>
            <a:ext cx="4045431" cy="3309898"/>
          </a:xfrm>
          <a:custGeom>
            <a:avLst/>
            <a:gdLst/>
            <a:ahLst/>
            <a:cxnLst/>
            <a:rect r="r" b="b" t="t" l="l"/>
            <a:pathLst>
              <a:path h="3309898" w="4045431">
                <a:moveTo>
                  <a:pt x="0" y="0"/>
                </a:moveTo>
                <a:lnTo>
                  <a:pt x="4045431" y="0"/>
                </a:lnTo>
                <a:lnTo>
                  <a:pt x="4045431" y="3309898"/>
                </a:lnTo>
                <a:lnTo>
                  <a:pt x="0" y="33098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21332">
            <a:off x="3927348" y="-2967750"/>
            <a:ext cx="6410912" cy="4522607"/>
          </a:xfrm>
          <a:custGeom>
            <a:avLst/>
            <a:gdLst/>
            <a:ahLst/>
            <a:cxnLst/>
            <a:rect r="r" b="b" t="t" l="l"/>
            <a:pathLst>
              <a:path h="4522607" w="6410912">
                <a:moveTo>
                  <a:pt x="0" y="0"/>
                </a:moveTo>
                <a:lnTo>
                  <a:pt x="6410912" y="0"/>
                </a:lnTo>
                <a:lnTo>
                  <a:pt x="6410912" y="4522607"/>
                </a:lnTo>
                <a:lnTo>
                  <a:pt x="0" y="45226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21822" y="-1504337"/>
            <a:ext cx="4737599" cy="3324933"/>
          </a:xfrm>
          <a:custGeom>
            <a:avLst/>
            <a:gdLst/>
            <a:ahLst/>
            <a:cxnLst/>
            <a:rect r="r" b="b" t="t" l="l"/>
            <a:pathLst>
              <a:path h="3324933" w="4737599">
                <a:moveTo>
                  <a:pt x="0" y="0"/>
                </a:moveTo>
                <a:lnTo>
                  <a:pt x="4737599" y="0"/>
                </a:lnTo>
                <a:lnTo>
                  <a:pt x="4737599" y="3324933"/>
                </a:lnTo>
                <a:lnTo>
                  <a:pt x="0" y="33249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795918">
            <a:off x="2261636" y="-585074"/>
            <a:ext cx="2157502" cy="1596551"/>
          </a:xfrm>
          <a:custGeom>
            <a:avLst/>
            <a:gdLst/>
            <a:ahLst/>
            <a:cxnLst/>
            <a:rect r="r" b="b" t="t" l="l"/>
            <a:pathLst>
              <a:path h="1596551" w="2157502">
                <a:moveTo>
                  <a:pt x="0" y="0"/>
                </a:moveTo>
                <a:lnTo>
                  <a:pt x="2157502" y="0"/>
                </a:lnTo>
                <a:lnTo>
                  <a:pt x="2157502" y="1596551"/>
                </a:lnTo>
                <a:lnTo>
                  <a:pt x="0" y="15965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627401">
            <a:off x="8677393" y="-745597"/>
            <a:ext cx="1267157" cy="2131303"/>
          </a:xfrm>
          <a:custGeom>
            <a:avLst/>
            <a:gdLst/>
            <a:ahLst/>
            <a:cxnLst/>
            <a:rect r="r" b="b" t="t" l="l"/>
            <a:pathLst>
              <a:path h="2131303" w="1267157">
                <a:moveTo>
                  <a:pt x="0" y="0"/>
                </a:moveTo>
                <a:lnTo>
                  <a:pt x="1267156" y="0"/>
                </a:lnTo>
                <a:lnTo>
                  <a:pt x="1267156" y="2131303"/>
                </a:lnTo>
                <a:lnTo>
                  <a:pt x="0" y="213130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6402983">
            <a:off x="-37993" y="1921424"/>
            <a:ext cx="305914" cy="2758240"/>
          </a:xfrm>
          <a:custGeom>
            <a:avLst/>
            <a:gdLst/>
            <a:ahLst/>
            <a:cxnLst/>
            <a:rect r="r" b="b" t="t" l="l"/>
            <a:pathLst>
              <a:path h="2758240" w="305914">
                <a:moveTo>
                  <a:pt x="0" y="0"/>
                </a:moveTo>
                <a:lnTo>
                  <a:pt x="305914" y="0"/>
                </a:lnTo>
                <a:lnTo>
                  <a:pt x="305914" y="2758240"/>
                </a:lnTo>
                <a:lnTo>
                  <a:pt x="0" y="27582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698887">
            <a:off x="1906450" y="1985551"/>
            <a:ext cx="2314398" cy="374512"/>
          </a:xfrm>
          <a:custGeom>
            <a:avLst/>
            <a:gdLst/>
            <a:ahLst/>
            <a:cxnLst/>
            <a:rect r="r" b="b" t="t" l="l"/>
            <a:pathLst>
              <a:path h="374512" w="2314398">
                <a:moveTo>
                  <a:pt x="0" y="0"/>
                </a:moveTo>
                <a:lnTo>
                  <a:pt x="2314398" y="0"/>
                </a:lnTo>
                <a:lnTo>
                  <a:pt x="2314398" y="374511"/>
                </a:lnTo>
                <a:lnTo>
                  <a:pt x="0" y="37451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005937">
            <a:off x="13560892" y="1803070"/>
            <a:ext cx="1484653" cy="594496"/>
          </a:xfrm>
          <a:custGeom>
            <a:avLst/>
            <a:gdLst/>
            <a:ahLst/>
            <a:cxnLst/>
            <a:rect r="r" b="b" t="t" l="l"/>
            <a:pathLst>
              <a:path h="594496" w="1484653">
                <a:moveTo>
                  <a:pt x="0" y="0"/>
                </a:moveTo>
                <a:lnTo>
                  <a:pt x="1484653" y="0"/>
                </a:lnTo>
                <a:lnTo>
                  <a:pt x="1484653" y="594496"/>
                </a:lnTo>
                <a:lnTo>
                  <a:pt x="0" y="59449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5820" t="-289673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07205" y="3224344"/>
            <a:ext cx="14156376" cy="386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Ultilizando a</a:t>
            </a: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regra da Adição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just">
              <a:lnSpc>
                <a:spcPts val="5137"/>
              </a:lnSpc>
            </a:pP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P(A∪B)=P(A)+P(B)−P(A∩B)</a:t>
            </a:r>
          </a:p>
          <a:p>
            <a:pPr algn="just">
              <a:lnSpc>
                <a:spcPts val="5137"/>
              </a:lnSpc>
            </a:pPr>
          </a:p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P(PCUMAC) = P(PC)+P(MAC)-P(PC∩MAC) = 0,86+0,35-0,29 = 0,92 =&gt;92%</a:t>
            </a:r>
          </a:p>
          <a:p>
            <a:pPr algn="just">
              <a:lnSpc>
                <a:spcPts val="5137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08937">
            <a:off x="-386359" y="-535730"/>
            <a:ext cx="3331455" cy="3319341"/>
          </a:xfrm>
          <a:custGeom>
            <a:avLst/>
            <a:gdLst/>
            <a:ahLst/>
            <a:cxnLst/>
            <a:rect r="r" b="b" t="t" l="l"/>
            <a:pathLst>
              <a:path h="3319341" w="3331455">
                <a:moveTo>
                  <a:pt x="0" y="0"/>
                </a:moveTo>
                <a:lnTo>
                  <a:pt x="3331456" y="0"/>
                </a:lnTo>
                <a:lnTo>
                  <a:pt x="3331456" y="3319341"/>
                </a:lnTo>
                <a:lnTo>
                  <a:pt x="0" y="33193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63618" y="0"/>
            <a:ext cx="4045431" cy="3309898"/>
          </a:xfrm>
          <a:custGeom>
            <a:avLst/>
            <a:gdLst/>
            <a:ahLst/>
            <a:cxnLst/>
            <a:rect r="r" b="b" t="t" l="l"/>
            <a:pathLst>
              <a:path h="3309898" w="4045431">
                <a:moveTo>
                  <a:pt x="0" y="0"/>
                </a:moveTo>
                <a:lnTo>
                  <a:pt x="4045431" y="0"/>
                </a:lnTo>
                <a:lnTo>
                  <a:pt x="4045431" y="3309898"/>
                </a:lnTo>
                <a:lnTo>
                  <a:pt x="0" y="33098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21332">
            <a:off x="3927348" y="-2967750"/>
            <a:ext cx="6410912" cy="4522607"/>
          </a:xfrm>
          <a:custGeom>
            <a:avLst/>
            <a:gdLst/>
            <a:ahLst/>
            <a:cxnLst/>
            <a:rect r="r" b="b" t="t" l="l"/>
            <a:pathLst>
              <a:path h="4522607" w="6410912">
                <a:moveTo>
                  <a:pt x="0" y="0"/>
                </a:moveTo>
                <a:lnTo>
                  <a:pt x="6410912" y="0"/>
                </a:lnTo>
                <a:lnTo>
                  <a:pt x="6410912" y="4522607"/>
                </a:lnTo>
                <a:lnTo>
                  <a:pt x="0" y="45226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21822" y="-1504337"/>
            <a:ext cx="4737599" cy="3324933"/>
          </a:xfrm>
          <a:custGeom>
            <a:avLst/>
            <a:gdLst/>
            <a:ahLst/>
            <a:cxnLst/>
            <a:rect r="r" b="b" t="t" l="l"/>
            <a:pathLst>
              <a:path h="3324933" w="4737599">
                <a:moveTo>
                  <a:pt x="0" y="0"/>
                </a:moveTo>
                <a:lnTo>
                  <a:pt x="4737599" y="0"/>
                </a:lnTo>
                <a:lnTo>
                  <a:pt x="4737599" y="3324933"/>
                </a:lnTo>
                <a:lnTo>
                  <a:pt x="0" y="33249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795918">
            <a:off x="2261636" y="-585074"/>
            <a:ext cx="2157502" cy="1596551"/>
          </a:xfrm>
          <a:custGeom>
            <a:avLst/>
            <a:gdLst/>
            <a:ahLst/>
            <a:cxnLst/>
            <a:rect r="r" b="b" t="t" l="l"/>
            <a:pathLst>
              <a:path h="1596551" w="2157502">
                <a:moveTo>
                  <a:pt x="0" y="0"/>
                </a:moveTo>
                <a:lnTo>
                  <a:pt x="2157502" y="0"/>
                </a:lnTo>
                <a:lnTo>
                  <a:pt x="2157502" y="1596551"/>
                </a:lnTo>
                <a:lnTo>
                  <a:pt x="0" y="15965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627401">
            <a:off x="8677393" y="-745597"/>
            <a:ext cx="1267157" cy="2131303"/>
          </a:xfrm>
          <a:custGeom>
            <a:avLst/>
            <a:gdLst/>
            <a:ahLst/>
            <a:cxnLst/>
            <a:rect r="r" b="b" t="t" l="l"/>
            <a:pathLst>
              <a:path h="2131303" w="1267157">
                <a:moveTo>
                  <a:pt x="0" y="0"/>
                </a:moveTo>
                <a:lnTo>
                  <a:pt x="1267156" y="0"/>
                </a:lnTo>
                <a:lnTo>
                  <a:pt x="1267156" y="2131303"/>
                </a:lnTo>
                <a:lnTo>
                  <a:pt x="0" y="213130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6402983">
            <a:off x="-37993" y="1921424"/>
            <a:ext cx="305914" cy="2758240"/>
          </a:xfrm>
          <a:custGeom>
            <a:avLst/>
            <a:gdLst/>
            <a:ahLst/>
            <a:cxnLst/>
            <a:rect r="r" b="b" t="t" l="l"/>
            <a:pathLst>
              <a:path h="2758240" w="305914">
                <a:moveTo>
                  <a:pt x="0" y="0"/>
                </a:moveTo>
                <a:lnTo>
                  <a:pt x="305914" y="0"/>
                </a:lnTo>
                <a:lnTo>
                  <a:pt x="305914" y="2758240"/>
                </a:lnTo>
                <a:lnTo>
                  <a:pt x="0" y="27582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698887">
            <a:off x="1906450" y="1985551"/>
            <a:ext cx="2314398" cy="374512"/>
          </a:xfrm>
          <a:custGeom>
            <a:avLst/>
            <a:gdLst/>
            <a:ahLst/>
            <a:cxnLst/>
            <a:rect r="r" b="b" t="t" l="l"/>
            <a:pathLst>
              <a:path h="374512" w="2314398">
                <a:moveTo>
                  <a:pt x="0" y="0"/>
                </a:moveTo>
                <a:lnTo>
                  <a:pt x="2314398" y="0"/>
                </a:lnTo>
                <a:lnTo>
                  <a:pt x="2314398" y="374511"/>
                </a:lnTo>
                <a:lnTo>
                  <a:pt x="0" y="37451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005937">
            <a:off x="13560892" y="1803070"/>
            <a:ext cx="1484653" cy="594496"/>
          </a:xfrm>
          <a:custGeom>
            <a:avLst/>
            <a:gdLst/>
            <a:ahLst/>
            <a:cxnLst/>
            <a:rect r="r" b="b" t="t" l="l"/>
            <a:pathLst>
              <a:path h="594496" w="1484653">
                <a:moveTo>
                  <a:pt x="0" y="0"/>
                </a:moveTo>
                <a:lnTo>
                  <a:pt x="1484653" y="0"/>
                </a:lnTo>
                <a:lnTo>
                  <a:pt x="1484653" y="594496"/>
                </a:lnTo>
                <a:lnTo>
                  <a:pt x="0" y="59449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5820" t="-289673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472495" y="1827961"/>
            <a:ext cx="9830723" cy="105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89"/>
              </a:lnSpc>
            </a:pPr>
            <a:r>
              <a:rPr lang="en-US" sz="9354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Condicional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07205" y="3224344"/>
            <a:ext cx="14156376" cy="4509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 uma universidade:</a:t>
            </a:r>
          </a:p>
          <a:p>
            <a:pPr algn="just" marL="781152" indent="-390576" lvl="1">
              <a:lnSpc>
                <a:spcPts val="5137"/>
              </a:lnSpc>
              <a:buFont typeface="Arial"/>
              <a:buChar char="•"/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60% dos alunos possuem notebook.</a:t>
            </a:r>
          </a:p>
          <a:p>
            <a:pPr algn="just" marL="781152" indent="-390576" lvl="1">
              <a:lnSpc>
                <a:spcPts val="5137"/>
              </a:lnSpc>
              <a:buFont typeface="Arial"/>
              <a:buChar char="•"/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30% dos alunos praticam esportes regularmente.</a:t>
            </a:r>
          </a:p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Suponha que essas características sejam </a:t>
            </a: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independentes</a:t>
            </a: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  <a:p>
            <a:pPr algn="just">
              <a:lnSpc>
                <a:spcPts val="5137"/>
              </a:lnSpc>
            </a:pPr>
          </a:p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Sabendo que um aluno pratica esportes regularmente, qual a probabilidade de ele possuir notebook?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08937">
            <a:off x="-386359" y="-535730"/>
            <a:ext cx="3331455" cy="3319341"/>
          </a:xfrm>
          <a:custGeom>
            <a:avLst/>
            <a:gdLst/>
            <a:ahLst/>
            <a:cxnLst/>
            <a:rect r="r" b="b" t="t" l="l"/>
            <a:pathLst>
              <a:path h="3319341" w="3331455">
                <a:moveTo>
                  <a:pt x="0" y="0"/>
                </a:moveTo>
                <a:lnTo>
                  <a:pt x="3331456" y="0"/>
                </a:lnTo>
                <a:lnTo>
                  <a:pt x="3331456" y="3319341"/>
                </a:lnTo>
                <a:lnTo>
                  <a:pt x="0" y="33193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63618" y="0"/>
            <a:ext cx="4045431" cy="3309898"/>
          </a:xfrm>
          <a:custGeom>
            <a:avLst/>
            <a:gdLst/>
            <a:ahLst/>
            <a:cxnLst/>
            <a:rect r="r" b="b" t="t" l="l"/>
            <a:pathLst>
              <a:path h="3309898" w="4045431">
                <a:moveTo>
                  <a:pt x="0" y="0"/>
                </a:moveTo>
                <a:lnTo>
                  <a:pt x="4045431" y="0"/>
                </a:lnTo>
                <a:lnTo>
                  <a:pt x="4045431" y="3309898"/>
                </a:lnTo>
                <a:lnTo>
                  <a:pt x="0" y="33098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21332">
            <a:off x="3927348" y="-2967750"/>
            <a:ext cx="6410912" cy="4522607"/>
          </a:xfrm>
          <a:custGeom>
            <a:avLst/>
            <a:gdLst/>
            <a:ahLst/>
            <a:cxnLst/>
            <a:rect r="r" b="b" t="t" l="l"/>
            <a:pathLst>
              <a:path h="4522607" w="6410912">
                <a:moveTo>
                  <a:pt x="0" y="0"/>
                </a:moveTo>
                <a:lnTo>
                  <a:pt x="6410912" y="0"/>
                </a:lnTo>
                <a:lnTo>
                  <a:pt x="6410912" y="4522607"/>
                </a:lnTo>
                <a:lnTo>
                  <a:pt x="0" y="45226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21822" y="-1504337"/>
            <a:ext cx="4737599" cy="3324933"/>
          </a:xfrm>
          <a:custGeom>
            <a:avLst/>
            <a:gdLst/>
            <a:ahLst/>
            <a:cxnLst/>
            <a:rect r="r" b="b" t="t" l="l"/>
            <a:pathLst>
              <a:path h="3324933" w="4737599">
                <a:moveTo>
                  <a:pt x="0" y="0"/>
                </a:moveTo>
                <a:lnTo>
                  <a:pt x="4737599" y="0"/>
                </a:lnTo>
                <a:lnTo>
                  <a:pt x="4737599" y="3324933"/>
                </a:lnTo>
                <a:lnTo>
                  <a:pt x="0" y="33249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795918">
            <a:off x="2261636" y="-585074"/>
            <a:ext cx="2157502" cy="1596551"/>
          </a:xfrm>
          <a:custGeom>
            <a:avLst/>
            <a:gdLst/>
            <a:ahLst/>
            <a:cxnLst/>
            <a:rect r="r" b="b" t="t" l="l"/>
            <a:pathLst>
              <a:path h="1596551" w="2157502">
                <a:moveTo>
                  <a:pt x="0" y="0"/>
                </a:moveTo>
                <a:lnTo>
                  <a:pt x="2157502" y="0"/>
                </a:lnTo>
                <a:lnTo>
                  <a:pt x="2157502" y="1596551"/>
                </a:lnTo>
                <a:lnTo>
                  <a:pt x="0" y="15965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627401">
            <a:off x="8677393" y="-745597"/>
            <a:ext cx="1267157" cy="2131303"/>
          </a:xfrm>
          <a:custGeom>
            <a:avLst/>
            <a:gdLst/>
            <a:ahLst/>
            <a:cxnLst/>
            <a:rect r="r" b="b" t="t" l="l"/>
            <a:pathLst>
              <a:path h="2131303" w="1267157">
                <a:moveTo>
                  <a:pt x="0" y="0"/>
                </a:moveTo>
                <a:lnTo>
                  <a:pt x="1267156" y="0"/>
                </a:lnTo>
                <a:lnTo>
                  <a:pt x="1267156" y="2131303"/>
                </a:lnTo>
                <a:lnTo>
                  <a:pt x="0" y="213130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6402983">
            <a:off x="-37993" y="1921424"/>
            <a:ext cx="305914" cy="2758240"/>
          </a:xfrm>
          <a:custGeom>
            <a:avLst/>
            <a:gdLst/>
            <a:ahLst/>
            <a:cxnLst/>
            <a:rect r="r" b="b" t="t" l="l"/>
            <a:pathLst>
              <a:path h="2758240" w="305914">
                <a:moveTo>
                  <a:pt x="0" y="0"/>
                </a:moveTo>
                <a:lnTo>
                  <a:pt x="305914" y="0"/>
                </a:lnTo>
                <a:lnTo>
                  <a:pt x="305914" y="2758240"/>
                </a:lnTo>
                <a:lnTo>
                  <a:pt x="0" y="27582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698887">
            <a:off x="1906450" y="1985551"/>
            <a:ext cx="2314398" cy="374512"/>
          </a:xfrm>
          <a:custGeom>
            <a:avLst/>
            <a:gdLst/>
            <a:ahLst/>
            <a:cxnLst/>
            <a:rect r="r" b="b" t="t" l="l"/>
            <a:pathLst>
              <a:path h="374512" w="2314398">
                <a:moveTo>
                  <a:pt x="0" y="0"/>
                </a:moveTo>
                <a:lnTo>
                  <a:pt x="2314398" y="0"/>
                </a:lnTo>
                <a:lnTo>
                  <a:pt x="2314398" y="374511"/>
                </a:lnTo>
                <a:lnTo>
                  <a:pt x="0" y="37451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005937">
            <a:off x="13560892" y="1803070"/>
            <a:ext cx="1484653" cy="594496"/>
          </a:xfrm>
          <a:custGeom>
            <a:avLst/>
            <a:gdLst/>
            <a:ahLst/>
            <a:cxnLst/>
            <a:rect r="r" b="b" t="t" l="l"/>
            <a:pathLst>
              <a:path h="594496" w="1484653">
                <a:moveTo>
                  <a:pt x="0" y="0"/>
                </a:moveTo>
                <a:lnTo>
                  <a:pt x="1484653" y="0"/>
                </a:lnTo>
                <a:lnTo>
                  <a:pt x="1484653" y="594496"/>
                </a:lnTo>
                <a:lnTo>
                  <a:pt x="0" y="59449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5820" t="-289673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07205" y="3224344"/>
            <a:ext cx="14156376" cy="645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Definindo os eventos</a:t>
            </a:r>
          </a:p>
          <a:p>
            <a:pPr algn="just" marL="781152" indent="-390576" lvl="1">
              <a:lnSpc>
                <a:spcPts val="5137"/>
              </a:lnSpc>
              <a:buFont typeface="Arial"/>
              <a:buChar char="•"/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A: o aluno possui notebook.</a:t>
            </a:r>
          </a:p>
          <a:p>
            <a:pPr algn="just" marL="781152" indent="-390576" lvl="1">
              <a:lnSpc>
                <a:spcPts val="5137"/>
              </a:lnSpc>
              <a:buFont typeface="Arial"/>
              <a:buChar char="•"/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B: o aluno pratica esportes.</a:t>
            </a:r>
          </a:p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Queremos:</a:t>
            </a:r>
          </a:p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P(A∣B) = P(A∩B)​/P(B)</a:t>
            </a:r>
          </a:p>
          <a:p>
            <a:pPr algn="just">
              <a:lnSpc>
                <a:spcPts val="5137"/>
              </a:lnSpc>
            </a:pPr>
          </a:p>
          <a:p>
            <a:pPr algn="just">
              <a:lnSpc>
                <a:spcPts val="5137"/>
              </a:lnSpc>
            </a:pP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Regra da multiplicação:</a:t>
            </a:r>
          </a:p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P(A∩B)=P(A)P(B)=0,6×0,3=</a:t>
            </a: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0,18</a:t>
            </a:r>
          </a:p>
          <a:p>
            <a:pPr algn="just">
              <a:lnSpc>
                <a:spcPts val="5137"/>
              </a:lnSpc>
            </a:pPr>
            <a:r>
              <a:rPr lang="en-US" sz="361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Condicional:</a:t>
            </a:r>
          </a:p>
          <a:p>
            <a:pPr algn="just">
              <a:lnSpc>
                <a:spcPts val="5137"/>
              </a:lnSpc>
            </a:pPr>
            <a:r>
              <a:rPr lang="en-US" sz="36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P(A∣B)=0,18/0,3=</a:t>
            </a:r>
            <a:r>
              <a:rPr lang="en-US" b="true" sz="361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0,6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6028" y="928606"/>
            <a:ext cx="16035943" cy="8429788"/>
            <a:chOff x="0" y="0"/>
            <a:chExt cx="6148859" cy="32323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571" y="-1183"/>
              <a:ext cx="6146346" cy="3225358"/>
            </a:xfrm>
            <a:custGeom>
              <a:avLst/>
              <a:gdLst/>
              <a:ahLst/>
              <a:cxnLst/>
              <a:rect r="r" b="b" t="t" l="l"/>
              <a:pathLst>
                <a:path h="3225358" w="6146346">
                  <a:moveTo>
                    <a:pt x="6146141" y="2853965"/>
                  </a:moveTo>
                  <a:cubicBezTo>
                    <a:pt x="6142853" y="2047922"/>
                    <a:pt x="6103395" y="958232"/>
                    <a:pt x="6103395" y="154229"/>
                  </a:cubicBezTo>
                  <a:cubicBezTo>
                    <a:pt x="6103395" y="141986"/>
                    <a:pt x="6106683" y="129742"/>
                    <a:pt x="6106683" y="119539"/>
                  </a:cubicBezTo>
                  <a:cubicBezTo>
                    <a:pt x="6103395" y="117498"/>
                    <a:pt x="6100107" y="117498"/>
                    <a:pt x="6096819" y="115458"/>
                  </a:cubicBezTo>
                  <a:cubicBezTo>
                    <a:pt x="6096819" y="115458"/>
                    <a:pt x="6093530" y="117498"/>
                    <a:pt x="6093530" y="119539"/>
                  </a:cubicBezTo>
                  <a:cubicBezTo>
                    <a:pt x="6086954" y="129742"/>
                    <a:pt x="6073802" y="129742"/>
                    <a:pt x="6060649" y="129742"/>
                  </a:cubicBezTo>
                  <a:cubicBezTo>
                    <a:pt x="6044208" y="127701"/>
                    <a:pt x="6027767" y="117498"/>
                    <a:pt x="6008038" y="121579"/>
                  </a:cubicBezTo>
                  <a:cubicBezTo>
                    <a:pt x="6001462" y="123620"/>
                    <a:pt x="5988309" y="119539"/>
                    <a:pt x="5985022" y="115458"/>
                  </a:cubicBezTo>
                  <a:cubicBezTo>
                    <a:pt x="5975157" y="107295"/>
                    <a:pt x="5962004" y="107295"/>
                    <a:pt x="5948852" y="111376"/>
                  </a:cubicBezTo>
                  <a:cubicBezTo>
                    <a:pt x="5942275" y="113417"/>
                    <a:pt x="5935699" y="111376"/>
                    <a:pt x="5929122" y="111376"/>
                  </a:cubicBezTo>
                  <a:cubicBezTo>
                    <a:pt x="5919258" y="111376"/>
                    <a:pt x="5906105" y="109336"/>
                    <a:pt x="5896241" y="107295"/>
                  </a:cubicBezTo>
                  <a:cubicBezTo>
                    <a:pt x="5892953" y="107295"/>
                    <a:pt x="5886377" y="105254"/>
                    <a:pt x="5883088" y="105254"/>
                  </a:cubicBezTo>
                  <a:cubicBezTo>
                    <a:pt x="5873224" y="103214"/>
                    <a:pt x="5863359" y="97092"/>
                    <a:pt x="5853495" y="105254"/>
                  </a:cubicBezTo>
                  <a:cubicBezTo>
                    <a:pt x="5853495" y="105254"/>
                    <a:pt x="5846918" y="105254"/>
                    <a:pt x="5843631" y="103214"/>
                  </a:cubicBezTo>
                  <a:cubicBezTo>
                    <a:pt x="5840342" y="99133"/>
                    <a:pt x="5837054" y="93011"/>
                    <a:pt x="5833766" y="88930"/>
                  </a:cubicBezTo>
                  <a:cubicBezTo>
                    <a:pt x="5827190" y="82808"/>
                    <a:pt x="5827190" y="72605"/>
                    <a:pt x="5817325" y="68523"/>
                  </a:cubicBezTo>
                  <a:cubicBezTo>
                    <a:pt x="5810749" y="66483"/>
                    <a:pt x="5807461" y="64442"/>
                    <a:pt x="5804173" y="60361"/>
                  </a:cubicBezTo>
                  <a:cubicBezTo>
                    <a:pt x="5804173" y="58320"/>
                    <a:pt x="5797596" y="56280"/>
                    <a:pt x="5797596" y="54239"/>
                  </a:cubicBezTo>
                  <a:lnTo>
                    <a:pt x="5787732" y="48117"/>
                  </a:lnTo>
                  <a:cubicBezTo>
                    <a:pt x="5784444" y="44036"/>
                    <a:pt x="5781155" y="37914"/>
                    <a:pt x="5774579" y="35873"/>
                  </a:cubicBezTo>
                  <a:cubicBezTo>
                    <a:pt x="5761427" y="29752"/>
                    <a:pt x="5758138" y="21589"/>
                    <a:pt x="5764715" y="11386"/>
                  </a:cubicBezTo>
                  <a:cubicBezTo>
                    <a:pt x="5754850" y="9345"/>
                    <a:pt x="5748274" y="5264"/>
                    <a:pt x="5738410" y="5264"/>
                  </a:cubicBezTo>
                  <a:cubicBezTo>
                    <a:pt x="5698951" y="7305"/>
                    <a:pt x="5656206" y="11386"/>
                    <a:pt x="5616747" y="13427"/>
                  </a:cubicBezTo>
                  <a:cubicBezTo>
                    <a:pt x="5610171" y="13427"/>
                    <a:pt x="5600306" y="15467"/>
                    <a:pt x="5597019" y="17508"/>
                  </a:cubicBezTo>
                  <a:cubicBezTo>
                    <a:pt x="5570713" y="27711"/>
                    <a:pt x="5544408" y="19549"/>
                    <a:pt x="5518102" y="17508"/>
                  </a:cubicBezTo>
                  <a:cubicBezTo>
                    <a:pt x="5498374" y="17508"/>
                    <a:pt x="5478645" y="11386"/>
                    <a:pt x="5458916" y="9345"/>
                  </a:cubicBezTo>
                  <a:cubicBezTo>
                    <a:pt x="5435899" y="7305"/>
                    <a:pt x="5416170" y="9345"/>
                    <a:pt x="5393153" y="7305"/>
                  </a:cubicBezTo>
                  <a:cubicBezTo>
                    <a:pt x="5389865" y="7305"/>
                    <a:pt x="5386576" y="5264"/>
                    <a:pt x="5383288" y="3224"/>
                  </a:cubicBezTo>
                  <a:cubicBezTo>
                    <a:pt x="5376712" y="-1357"/>
                    <a:pt x="5363559" y="-87"/>
                    <a:pt x="5356983" y="1183"/>
                  </a:cubicBezTo>
                  <a:cubicBezTo>
                    <a:pt x="5347118" y="5264"/>
                    <a:pt x="5343831" y="11386"/>
                    <a:pt x="5337254" y="17508"/>
                  </a:cubicBezTo>
                  <a:cubicBezTo>
                    <a:pt x="5320813" y="19549"/>
                    <a:pt x="5297796" y="21589"/>
                    <a:pt x="5281355" y="27711"/>
                  </a:cubicBezTo>
                  <a:cubicBezTo>
                    <a:pt x="5268203" y="31792"/>
                    <a:pt x="5261626" y="33833"/>
                    <a:pt x="5251762" y="29752"/>
                  </a:cubicBezTo>
                  <a:lnTo>
                    <a:pt x="5248474" y="31792"/>
                  </a:lnTo>
                  <a:cubicBezTo>
                    <a:pt x="5255050" y="35873"/>
                    <a:pt x="5258338" y="41995"/>
                    <a:pt x="5264914" y="46077"/>
                  </a:cubicBezTo>
                  <a:cubicBezTo>
                    <a:pt x="5255050" y="48117"/>
                    <a:pt x="5241897" y="52198"/>
                    <a:pt x="5235321" y="50158"/>
                  </a:cubicBezTo>
                  <a:cubicBezTo>
                    <a:pt x="5218880" y="48117"/>
                    <a:pt x="5212304" y="52198"/>
                    <a:pt x="5199151" y="56280"/>
                  </a:cubicBezTo>
                  <a:cubicBezTo>
                    <a:pt x="5185999" y="62402"/>
                    <a:pt x="5169558" y="66483"/>
                    <a:pt x="5156405" y="70564"/>
                  </a:cubicBezTo>
                  <a:cubicBezTo>
                    <a:pt x="5153117" y="70564"/>
                    <a:pt x="5149829" y="70564"/>
                    <a:pt x="5146541" y="68523"/>
                  </a:cubicBezTo>
                  <a:cubicBezTo>
                    <a:pt x="5143252" y="68523"/>
                    <a:pt x="5139964" y="66483"/>
                    <a:pt x="5139964" y="66483"/>
                  </a:cubicBezTo>
                  <a:cubicBezTo>
                    <a:pt x="5123523" y="70564"/>
                    <a:pt x="5107083" y="74645"/>
                    <a:pt x="5090642" y="70564"/>
                  </a:cubicBezTo>
                  <a:cubicBezTo>
                    <a:pt x="5087354" y="70564"/>
                    <a:pt x="5087354" y="72605"/>
                    <a:pt x="5084065" y="72605"/>
                  </a:cubicBezTo>
                  <a:cubicBezTo>
                    <a:pt x="5064337" y="76686"/>
                    <a:pt x="5051184" y="90970"/>
                    <a:pt x="5024879" y="90970"/>
                  </a:cubicBezTo>
                  <a:cubicBezTo>
                    <a:pt x="5005150" y="90970"/>
                    <a:pt x="4985421" y="101173"/>
                    <a:pt x="4965692" y="101173"/>
                  </a:cubicBezTo>
                  <a:cubicBezTo>
                    <a:pt x="4942674" y="103214"/>
                    <a:pt x="4922946" y="107295"/>
                    <a:pt x="4903217" y="113417"/>
                  </a:cubicBezTo>
                  <a:cubicBezTo>
                    <a:pt x="4896640" y="115458"/>
                    <a:pt x="4890064" y="115458"/>
                    <a:pt x="4886776" y="115458"/>
                  </a:cubicBezTo>
                  <a:cubicBezTo>
                    <a:pt x="4870335" y="111376"/>
                    <a:pt x="4860470" y="117498"/>
                    <a:pt x="4853894" y="123620"/>
                  </a:cubicBezTo>
                  <a:cubicBezTo>
                    <a:pt x="4837454" y="137904"/>
                    <a:pt x="4811148" y="141986"/>
                    <a:pt x="4788131" y="146067"/>
                  </a:cubicBezTo>
                  <a:cubicBezTo>
                    <a:pt x="4758538" y="150148"/>
                    <a:pt x="4728944" y="152189"/>
                    <a:pt x="4699351" y="154229"/>
                  </a:cubicBezTo>
                  <a:cubicBezTo>
                    <a:pt x="4696063" y="154229"/>
                    <a:pt x="4692775" y="160351"/>
                    <a:pt x="4686199" y="162392"/>
                  </a:cubicBezTo>
                  <a:cubicBezTo>
                    <a:pt x="4682910" y="162392"/>
                    <a:pt x="4679622" y="160351"/>
                    <a:pt x="4679622" y="160351"/>
                  </a:cubicBezTo>
                  <a:cubicBezTo>
                    <a:pt x="4663181" y="172595"/>
                    <a:pt x="4653317" y="190960"/>
                    <a:pt x="4620435" y="188920"/>
                  </a:cubicBezTo>
                  <a:lnTo>
                    <a:pt x="4617147" y="188920"/>
                  </a:lnTo>
                  <a:cubicBezTo>
                    <a:pt x="4590842" y="199123"/>
                    <a:pt x="4564536" y="195042"/>
                    <a:pt x="4541519" y="190960"/>
                  </a:cubicBezTo>
                  <a:cubicBezTo>
                    <a:pt x="4534943" y="190960"/>
                    <a:pt x="4525079" y="186879"/>
                    <a:pt x="4521790" y="182798"/>
                  </a:cubicBezTo>
                  <a:cubicBezTo>
                    <a:pt x="4511926" y="170554"/>
                    <a:pt x="4485620" y="166473"/>
                    <a:pt x="4465891" y="170554"/>
                  </a:cubicBezTo>
                  <a:cubicBezTo>
                    <a:pt x="4449451" y="174635"/>
                    <a:pt x="4433010" y="176676"/>
                    <a:pt x="4416569" y="180757"/>
                  </a:cubicBezTo>
                  <a:cubicBezTo>
                    <a:pt x="4390264" y="184839"/>
                    <a:pt x="4367247" y="186879"/>
                    <a:pt x="4340942" y="178717"/>
                  </a:cubicBezTo>
                  <a:cubicBezTo>
                    <a:pt x="4314636" y="170554"/>
                    <a:pt x="4294907" y="176676"/>
                    <a:pt x="4281755" y="195042"/>
                  </a:cubicBezTo>
                  <a:cubicBezTo>
                    <a:pt x="4271890" y="207285"/>
                    <a:pt x="4245585" y="209326"/>
                    <a:pt x="4229144" y="199123"/>
                  </a:cubicBezTo>
                  <a:cubicBezTo>
                    <a:pt x="4219279" y="193001"/>
                    <a:pt x="4212703" y="195042"/>
                    <a:pt x="4202839" y="199123"/>
                  </a:cubicBezTo>
                  <a:lnTo>
                    <a:pt x="4183110" y="211367"/>
                  </a:lnTo>
                  <a:cubicBezTo>
                    <a:pt x="4179822" y="213407"/>
                    <a:pt x="4173245" y="213407"/>
                    <a:pt x="4169957" y="213407"/>
                  </a:cubicBezTo>
                  <a:lnTo>
                    <a:pt x="4150228" y="213407"/>
                  </a:lnTo>
                  <a:cubicBezTo>
                    <a:pt x="4137075" y="213407"/>
                    <a:pt x="4123923" y="211367"/>
                    <a:pt x="4110770" y="209326"/>
                  </a:cubicBezTo>
                  <a:cubicBezTo>
                    <a:pt x="4094330" y="207285"/>
                    <a:pt x="4081177" y="201163"/>
                    <a:pt x="4064736" y="199123"/>
                  </a:cubicBezTo>
                  <a:cubicBezTo>
                    <a:pt x="4038431" y="197082"/>
                    <a:pt x="4031854" y="182798"/>
                    <a:pt x="4021990" y="172595"/>
                  </a:cubicBezTo>
                  <a:cubicBezTo>
                    <a:pt x="4015414" y="166473"/>
                    <a:pt x="4002261" y="158310"/>
                    <a:pt x="3989109" y="160351"/>
                  </a:cubicBezTo>
                  <a:cubicBezTo>
                    <a:pt x="3975956" y="164432"/>
                    <a:pt x="3962803" y="160351"/>
                    <a:pt x="3952939" y="158310"/>
                  </a:cubicBezTo>
                  <a:cubicBezTo>
                    <a:pt x="3949650" y="158310"/>
                    <a:pt x="3943074" y="156270"/>
                    <a:pt x="3939786" y="156270"/>
                  </a:cubicBezTo>
                  <a:cubicBezTo>
                    <a:pt x="3916769" y="152189"/>
                    <a:pt x="3900328" y="160351"/>
                    <a:pt x="3883887" y="170554"/>
                  </a:cubicBezTo>
                  <a:lnTo>
                    <a:pt x="3870735" y="178717"/>
                  </a:lnTo>
                  <a:cubicBezTo>
                    <a:pt x="3867447" y="180757"/>
                    <a:pt x="3867447" y="184839"/>
                    <a:pt x="3864158" y="186879"/>
                  </a:cubicBezTo>
                  <a:cubicBezTo>
                    <a:pt x="3844429" y="197082"/>
                    <a:pt x="3824700" y="193001"/>
                    <a:pt x="3801683" y="186879"/>
                  </a:cubicBezTo>
                  <a:cubicBezTo>
                    <a:pt x="3781954" y="180757"/>
                    <a:pt x="3758937" y="186879"/>
                    <a:pt x="3752361" y="199123"/>
                  </a:cubicBezTo>
                  <a:cubicBezTo>
                    <a:pt x="3749073" y="207285"/>
                    <a:pt x="3745785" y="213407"/>
                    <a:pt x="3729344" y="217488"/>
                  </a:cubicBezTo>
                  <a:cubicBezTo>
                    <a:pt x="3712903" y="223610"/>
                    <a:pt x="3693174" y="227691"/>
                    <a:pt x="3689886" y="241976"/>
                  </a:cubicBezTo>
                  <a:cubicBezTo>
                    <a:pt x="3689886" y="244016"/>
                    <a:pt x="3686598" y="246057"/>
                    <a:pt x="3683309" y="246057"/>
                  </a:cubicBezTo>
                  <a:cubicBezTo>
                    <a:pt x="3673445" y="248098"/>
                    <a:pt x="3666869" y="250138"/>
                    <a:pt x="3657004" y="252179"/>
                  </a:cubicBezTo>
                  <a:lnTo>
                    <a:pt x="3627411" y="252179"/>
                  </a:lnTo>
                  <a:cubicBezTo>
                    <a:pt x="3607682" y="250138"/>
                    <a:pt x="3587953" y="246057"/>
                    <a:pt x="3568224" y="244016"/>
                  </a:cubicBezTo>
                  <a:cubicBezTo>
                    <a:pt x="3545207" y="241976"/>
                    <a:pt x="3525478" y="250138"/>
                    <a:pt x="3502461" y="252179"/>
                  </a:cubicBezTo>
                  <a:lnTo>
                    <a:pt x="3499173" y="254219"/>
                  </a:lnTo>
                  <a:cubicBezTo>
                    <a:pt x="3492597" y="260341"/>
                    <a:pt x="3482732" y="258301"/>
                    <a:pt x="3476156" y="254219"/>
                  </a:cubicBezTo>
                  <a:cubicBezTo>
                    <a:pt x="3463003" y="246057"/>
                    <a:pt x="3439985" y="244016"/>
                    <a:pt x="3423545" y="248098"/>
                  </a:cubicBezTo>
                  <a:cubicBezTo>
                    <a:pt x="3403816" y="254219"/>
                    <a:pt x="3384087" y="258301"/>
                    <a:pt x="3364358" y="262382"/>
                  </a:cubicBezTo>
                  <a:cubicBezTo>
                    <a:pt x="3357782" y="262382"/>
                    <a:pt x="3351206" y="260341"/>
                    <a:pt x="3347917" y="260341"/>
                  </a:cubicBezTo>
                  <a:cubicBezTo>
                    <a:pt x="3341341" y="260341"/>
                    <a:pt x="3331477" y="258301"/>
                    <a:pt x="3328188" y="260341"/>
                  </a:cubicBezTo>
                  <a:cubicBezTo>
                    <a:pt x="3301883" y="272585"/>
                    <a:pt x="3275578" y="268504"/>
                    <a:pt x="3252560" y="260341"/>
                  </a:cubicBezTo>
                  <a:cubicBezTo>
                    <a:pt x="3239408" y="256260"/>
                    <a:pt x="3219679" y="252179"/>
                    <a:pt x="3213103" y="239935"/>
                  </a:cubicBezTo>
                  <a:cubicBezTo>
                    <a:pt x="3209814" y="231773"/>
                    <a:pt x="3196662" y="223610"/>
                    <a:pt x="3186797" y="217488"/>
                  </a:cubicBezTo>
                  <a:cubicBezTo>
                    <a:pt x="3170357" y="207285"/>
                    <a:pt x="3153916" y="193001"/>
                    <a:pt x="3124322" y="193001"/>
                  </a:cubicBezTo>
                  <a:cubicBezTo>
                    <a:pt x="3117746" y="193001"/>
                    <a:pt x="3111170" y="184839"/>
                    <a:pt x="3107882" y="186879"/>
                  </a:cubicBezTo>
                  <a:cubicBezTo>
                    <a:pt x="3094729" y="188920"/>
                    <a:pt x="3094729" y="184839"/>
                    <a:pt x="3088153" y="180757"/>
                  </a:cubicBezTo>
                  <a:cubicBezTo>
                    <a:pt x="3081577" y="176676"/>
                    <a:pt x="3071712" y="172595"/>
                    <a:pt x="3065136" y="166473"/>
                  </a:cubicBezTo>
                  <a:cubicBezTo>
                    <a:pt x="3055271" y="158310"/>
                    <a:pt x="3045406" y="148107"/>
                    <a:pt x="3035542" y="139945"/>
                  </a:cubicBezTo>
                  <a:cubicBezTo>
                    <a:pt x="3025678" y="131782"/>
                    <a:pt x="3019101" y="121579"/>
                    <a:pt x="3009237" y="113417"/>
                  </a:cubicBezTo>
                  <a:cubicBezTo>
                    <a:pt x="3005949" y="111376"/>
                    <a:pt x="2996084" y="109336"/>
                    <a:pt x="2992796" y="111376"/>
                  </a:cubicBezTo>
                  <a:lnTo>
                    <a:pt x="2953338" y="123620"/>
                  </a:lnTo>
                  <a:cubicBezTo>
                    <a:pt x="2946762" y="125661"/>
                    <a:pt x="2943474" y="129742"/>
                    <a:pt x="2940186" y="133823"/>
                  </a:cubicBezTo>
                  <a:lnTo>
                    <a:pt x="2936897" y="131782"/>
                  </a:lnTo>
                  <a:cubicBezTo>
                    <a:pt x="2940186" y="125661"/>
                    <a:pt x="2943474" y="119539"/>
                    <a:pt x="2946762" y="117498"/>
                  </a:cubicBezTo>
                  <a:lnTo>
                    <a:pt x="2907304" y="111376"/>
                  </a:lnTo>
                  <a:cubicBezTo>
                    <a:pt x="2897439" y="109336"/>
                    <a:pt x="2880998" y="109336"/>
                    <a:pt x="2874422" y="109336"/>
                  </a:cubicBezTo>
                  <a:lnTo>
                    <a:pt x="2821812" y="109336"/>
                  </a:lnTo>
                  <a:cubicBezTo>
                    <a:pt x="2802083" y="109336"/>
                    <a:pt x="2785642" y="107295"/>
                    <a:pt x="2765913" y="109336"/>
                  </a:cubicBezTo>
                  <a:cubicBezTo>
                    <a:pt x="2752761" y="111376"/>
                    <a:pt x="2742896" y="107295"/>
                    <a:pt x="2733031" y="103214"/>
                  </a:cubicBezTo>
                  <a:cubicBezTo>
                    <a:pt x="2706726" y="90970"/>
                    <a:pt x="2680421" y="76686"/>
                    <a:pt x="2644251" y="82808"/>
                  </a:cubicBezTo>
                  <a:cubicBezTo>
                    <a:pt x="2640963" y="82808"/>
                    <a:pt x="2634387" y="80767"/>
                    <a:pt x="2631098" y="78726"/>
                  </a:cubicBezTo>
                  <a:cubicBezTo>
                    <a:pt x="2621234" y="76686"/>
                    <a:pt x="2614658" y="72605"/>
                    <a:pt x="2601505" y="68523"/>
                  </a:cubicBezTo>
                  <a:cubicBezTo>
                    <a:pt x="2601505" y="74645"/>
                    <a:pt x="2601505" y="76686"/>
                    <a:pt x="2604793" y="80767"/>
                  </a:cubicBezTo>
                  <a:cubicBezTo>
                    <a:pt x="2598217" y="84848"/>
                    <a:pt x="2594929" y="82808"/>
                    <a:pt x="2591641" y="80767"/>
                  </a:cubicBezTo>
                  <a:cubicBezTo>
                    <a:pt x="2588353" y="82808"/>
                    <a:pt x="2585064" y="86889"/>
                    <a:pt x="2581776" y="86889"/>
                  </a:cubicBezTo>
                  <a:cubicBezTo>
                    <a:pt x="2565335" y="90970"/>
                    <a:pt x="2548895" y="93011"/>
                    <a:pt x="2532454" y="97092"/>
                  </a:cubicBezTo>
                  <a:cubicBezTo>
                    <a:pt x="2525878" y="99133"/>
                    <a:pt x="2519301" y="101173"/>
                    <a:pt x="2516013" y="103214"/>
                  </a:cubicBezTo>
                  <a:cubicBezTo>
                    <a:pt x="2502860" y="109336"/>
                    <a:pt x="2492996" y="119539"/>
                    <a:pt x="2469979" y="117498"/>
                  </a:cubicBezTo>
                  <a:cubicBezTo>
                    <a:pt x="2466690" y="117498"/>
                    <a:pt x="2460114" y="121579"/>
                    <a:pt x="2453538" y="121579"/>
                  </a:cubicBezTo>
                  <a:cubicBezTo>
                    <a:pt x="2446962" y="123620"/>
                    <a:pt x="2437097" y="123620"/>
                    <a:pt x="2430521" y="125661"/>
                  </a:cubicBezTo>
                  <a:lnTo>
                    <a:pt x="2423945" y="125661"/>
                  </a:lnTo>
                  <a:cubicBezTo>
                    <a:pt x="2404215" y="129742"/>
                    <a:pt x="2387775" y="133823"/>
                    <a:pt x="2368046" y="135864"/>
                  </a:cubicBezTo>
                  <a:lnTo>
                    <a:pt x="2354893" y="135864"/>
                  </a:lnTo>
                  <a:cubicBezTo>
                    <a:pt x="2338452" y="135864"/>
                    <a:pt x="2325300" y="133823"/>
                    <a:pt x="2308859" y="133823"/>
                  </a:cubicBezTo>
                  <a:cubicBezTo>
                    <a:pt x="2292418" y="133823"/>
                    <a:pt x="2275977" y="137904"/>
                    <a:pt x="2259537" y="137904"/>
                  </a:cubicBezTo>
                  <a:cubicBezTo>
                    <a:pt x="2239807" y="137904"/>
                    <a:pt x="2216790" y="137904"/>
                    <a:pt x="2200350" y="129742"/>
                  </a:cubicBezTo>
                  <a:cubicBezTo>
                    <a:pt x="2197062" y="127701"/>
                    <a:pt x="2187197" y="127701"/>
                    <a:pt x="2180621" y="129742"/>
                  </a:cubicBezTo>
                  <a:cubicBezTo>
                    <a:pt x="2157603" y="131782"/>
                    <a:pt x="2134586" y="133823"/>
                    <a:pt x="2114857" y="137904"/>
                  </a:cubicBezTo>
                  <a:cubicBezTo>
                    <a:pt x="2095128" y="141986"/>
                    <a:pt x="2085264" y="137904"/>
                    <a:pt x="2078688" y="127701"/>
                  </a:cubicBezTo>
                  <a:cubicBezTo>
                    <a:pt x="2075400" y="123620"/>
                    <a:pt x="2068823" y="119539"/>
                    <a:pt x="2062247" y="115458"/>
                  </a:cubicBezTo>
                  <a:cubicBezTo>
                    <a:pt x="2052382" y="111376"/>
                    <a:pt x="2042518" y="105254"/>
                    <a:pt x="2032654" y="105254"/>
                  </a:cubicBezTo>
                  <a:cubicBezTo>
                    <a:pt x="2009636" y="105254"/>
                    <a:pt x="1996484" y="97092"/>
                    <a:pt x="1980043" y="90970"/>
                  </a:cubicBezTo>
                  <a:cubicBezTo>
                    <a:pt x="1953738" y="80767"/>
                    <a:pt x="1930720" y="68523"/>
                    <a:pt x="1897839" y="70564"/>
                  </a:cubicBezTo>
                  <a:lnTo>
                    <a:pt x="1897839" y="60361"/>
                  </a:lnTo>
                  <a:cubicBezTo>
                    <a:pt x="1904415" y="60361"/>
                    <a:pt x="1910992" y="60361"/>
                    <a:pt x="1917568" y="58320"/>
                  </a:cubicBezTo>
                  <a:cubicBezTo>
                    <a:pt x="1907703" y="54239"/>
                    <a:pt x="1907703" y="48117"/>
                    <a:pt x="1901127" y="44036"/>
                  </a:cubicBezTo>
                  <a:cubicBezTo>
                    <a:pt x="1887974" y="37914"/>
                    <a:pt x="1874822" y="35873"/>
                    <a:pt x="1861669" y="31792"/>
                  </a:cubicBezTo>
                  <a:cubicBezTo>
                    <a:pt x="1851805" y="29752"/>
                    <a:pt x="1838652" y="29752"/>
                    <a:pt x="1845228" y="39955"/>
                  </a:cubicBezTo>
                  <a:cubicBezTo>
                    <a:pt x="1828788" y="41995"/>
                    <a:pt x="1815635" y="41995"/>
                    <a:pt x="1809058" y="46077"/>
                  </a:cubicBezTo>
                  <a:cubicBezTo>
                    <a:pt x="1795906" y="52198"/>
                    <a:pt x="1782753" y="48117"/>
                    <a:pt x="1772889" y="44036"/>
                  </a:cubicBezTo>
                  <a:cubicBezTo>
                    <a:pt x="1766312" y="41995"/>
                    <a:pt x="1759736" y="39955"/>
                    <a:pt x="1753160" y="41995"/>
                  </a:cubicBezTo>
                  <a:cubicBezTo>
                    <a:pt x="1713702" y="54239"/>
                    <a:pt x="1674244" y="48117"/>
                    <a:pt x="1634786" y="48117"/>
                  </a:cubicBezTo>
                  <a:cubicBezTo>
                    <a:pt x="1628210" y="48117"/>
                    <a:pt x="1621634" y="46077"/>
                    <a:pt x="1611769" y="46077"/>
                  </a:cubicBezTo>
                  <a:cubicBezTo>
                    <a:pt x="1598616" y="44036"/>
                    <a:pt x="1588752" y="39955"/>
                    <a:pt x="1575599" y="37914"/>
                  </a:cubicBezTo>
                  <a:cubicBezTo>
                    <a:pt x="1562447" y="35873"/>
                    <a:pt x="1546006" y="33833"/>
                    <a:pt x="1532853" y="31792"/>
                  </a:cubicBezTo>
                  <a:lnTo>
                    <a:pt x="1522989" y="31792"/>
                  </a:lnTo>
                  <a:cubicBezTo>
                    <a:pt x="1499972" y="31792"/>
                    <a:pt x="1476955" y="33833"/>
                    <a:pt x="1457226" y="33833"/>
                  </a:cubicBezTo>
                  <a:cubicBezTo>
                    <a:pt x="1440785" y="33833"/>
                    <a:pt x="1424344" y="29752"/>
                    <a:pt x="1404615" y="27711"/>
                  </a:cubicBezTo>
                  <a:cubicBezTo>
                    <a:pt x="1401327" y="11386"/>
                    <a:pt x="1375022" y="15467"/>
                    <a:pt x="1358581" y="7305"/>
                  </a:cubicBezTo>
                  <a:cubicBezTo>
                    <a:pt x="1355293" y="5264"/>
                    <a:pt x="1348716" y="7305"/>
                    <a:pt x="1345428" y="7305"/>
                  </a:cubicBezTo>
                  <a:cubicBezTo>
                    <a:pt x="1325699" y="5264"/>
                    <a:pt x="1312547" y="11386"/>
                    <a:pt x="1305970" y="21589"/>
                  </a:cubicBezTo>
                  <a:cubicBezTo>
                    <a:pt x="1296106" y="31792"/>
                    <a:pt x="1269800" y="35873"/>
                    <a:pt x="1279665" y="52198"/>
                  </a:cubicBezTo>
                  <a:cubicBezTo>
                    <a:pt x="1282953" y="54239"/>
                    <a:pt x="1289529" y="56280"/>
                    <a:pt x="1292818" y="60361"/>
                  </a:cubicBezTo>
                  <a:cubicBezTo>
                    <a:pt x="1292818" y="66483"/>
                    <a:pt x="1289529" y="70564"/>
                    <a:pt x="1279665" y="68523"/>
                  </a:cubicBezTo>
                  <a:cubicBezTo>
                    <a:pt x="1276377" y="68523"/>
                    <a:pt x="1273089" y="72605"/>
                    <a:pt x="1269800" y="74645"/>
                  </a:cubicBezTo>
                  <a:cubicBezTo>
                    <a:pt x="1266512" y="76686"/>
                    <a:pt x="1266512" y="80767"/>
                    <a:pt x="1263224" y="80767"/>
                  </a:cubicBezTo>
                  <a:cubicBezTo>
                    <a:pt x="1243495" y="84848"/>
                    <a:pt x="1230343" y="95051"/>
                    <a:pt x="1207325" y="93011"/>
                  </a:cubicBezTo>
                  <a:lnTo>
                    <a:pt x="1200749" y="93011"/>
                  </a:lnTo>
                  <a:cubicBezTo>
                    <a:pt x="1181020" y="103214"/>
                    <a:pt x="1161291" y="101173"/>
                    <a:pt x="1138274" y="99133"/>
                  </a:cubicBezTo>
                  <a:cubicBezTo>
                    <a:pt x="1128410" y="97092"/>
                    <a:pt x="1115257" y="99133"/>
                    <a:pt x="1102104" y="99133"/>
                  </a:cubicBezTo>
                  <a:cubicBezTo>
                    <a:pt x="1092240" y="99133"/>
                    <a:pt x="1082375" y="99133"/>
                    <a:pt x="1072511" y="95051"/>
                  </a:cubicBezTo>
                  <a:cubicBezTo>
                    <a:pt x="1059358" y="90970"/>
                    <a:pt x="1046206" y="84848"/>
                    <a:pt x="1033053" y="80767"/>
                  </a:cubicBezTo>
                  <a:cubicBezTo>
                    <a:pt x="1019900" y="76686"/>
                    <a:pt x="1003459" y="76686"/>
                    <a:pt x="1003459" y="62402"/>
                  </a:cubicBezTo>
                  <a:cubicBezTo>
                    <a:pt x="1003459" y="60361"/>
                    <a:pt x="996883" y="58320"/>
                    <a:pt x="996883" y="56280"/>
                  </a:cubicBezTo>
                  <a:cubicBezTo>
                    <a:pt x="973866" y="68523"/>
                    <a:pt x="954137" y="78726"/>
                    <a:pt x="934408" y="88930"/>
                  </a:cubicBezTo>
                  <a:cubicBezTo>
                    <a:pt x="924544" y="95051"/>
                    <a:pt x="911391" y="103214"/>
                    <a:pt x="917967" y="113417"/>
                  </a:cubicBezTo>
                  <a:cubicBezTo>
                    <a:pt x="917967" y="115458"/>
                    <a:pt x="914679" y="117498"/>
                    <a:pt x="914679" y="119539"/>
                  </a:cubicBezTo>
                  <a:cubicBezTo>
                    <a:pt x="911391" y="123620"/>
                    <a:pt x="908103" y="127701"/>
                    <a:pt x="901527" y="129742"/>
                  </a:cubicBezTo>
                  <a:cubicBezTo>
                    <a:pt x="894950" y="135864"/>
                    <a:pt x="888374" y="141986"/>
                    <a:pt x="881798" y="150148"/>
                  </a:cubicBezTo>
                  <a:lnTo>
                    <a:pt x="862069" y="162392"/>
                  </a:lnTo>
                  <a:cubicBezTo>
                    <a:pt x="855492" y="168514"/>
                    <a:pt x="848916" y="174635"/>
                    <a:pt x="839052" y="178717"/>
                  </a:cubicBezTo>
                  <a:cubicBezTo>
                    <a:pt x="816034" y="190960"/>
                    <a:pt x="793017" y="203204"/>
                    <a:pt x="766712" y="215448"/>
                  </a:cubicBezTo>
                  <a:cubicBezTo>
                    <a:pt x="753559" y="223610"/>
                    <a:pt x="737119" y="229732"/>
                    <a:pt x="723966" y="237895"/>
                  </a:cubicBezTo>
                  <a:cubicBezTo>
                    <a:pt x="700949" y="250138"/>
                    <a:pt x="674644" y="260341"/>
                    <a:pt x="661491" y="278707"/>
                  </a:cubicBezTo>
                  <a:cubicBezTo>
                    <a:pt x="661491" y="280748"/>
                    <a:pt x="654915" y="282788"/>
                    <a:pt x="651626" y="284829"/>
                  </a:cubicBezTo>
                  <a:cubicBezTo>
                    <a:pt x="635186" y="292991"/>
                    <a:pt x="608880" y="292991"/>
                    <a:pt x="608880" y="309316"/>
                  </a:cubicBezTo>
                  <a:cubicBezTo>
                    <a:pt x="582575" y="309316"/>
                    <a:pt x="569422" y="321560"/>
                    <a:pt x="556270" y="331763"/>
                  </a:cubicBezTo>
                  <a:cubicBezTo>
                    <a:pt x="546405" y="339925"/>
                    <a:pt x="536541" y="350129"/>
                    <a:pt x="523388" y="356250"/>
                  </a:cubicBezTo>
                  <a:cubicBezTo>
                    <a:pt x="510236" y="360332"/>
                    <a:pt x="493795" y="358291"/>
                    <a:pt x="477354" y="358291"/>
                  </a:cubicBezTo>
                  <a:cubicBezTo>
                    <a:pt x="470778" y="358291"/>
                    <a:pt x="464201" y="358291"/>
                    <a:pt x="464201" y="360332"/>
                  </a:cubicBezTo>
                  <a:cubicBezTo>
                    <a:pt x="451049" y="368494"/>
                    <a:pt x="434608" y="374616"/>
                    <a:pt x="424743" y="384819"/>
                  </a:cubicBezTo>
                  <a:cubicBezTo>
                    <a:pt x="414879" y="395022"/>
                    <a:pt x="405014" y="401144"/>
                    <a:pt x="388574" y="403185"/>
                  </a:cubicBezTo>
                  <a:cubicBezTo>
                    <a:pt x="372133" y="405225"/>
                    <a:pt x="355692" y="415428"/>
                    <a:pt x="332675" y="409306"/>
                  </a:cubicBezTo>
                  <a:cubicBezTo>
                    <a:pt x="312946" y="405225"/>
                    <a:pt x="289929" y="409306"/>
                    <a:pt x="276776" y="401144"/>
                  </a:cubicBezTo>
                  <a:cubicBezTo>
                    <a:pt x="250471" y="403185"/>
                    <a:pt x="230742" y="407266"/>
                    <a:pt x="207725" y="409306"/>
                  </a:cubicBezTo>
                  <a:cubicBezTo>
                    <a:pt x="181420" y="413388"/>
                    <a:pt x="151826" y="411347"/>
                    <a:pt x="128809" y="423591"/>
                  </a:cubicBezTo>
                  <a:cubicBezTo>
                    <a:pt x="109080" y="433794"/>
                    <a:pt x="92639" y="443997"/>
                    <a:pt x="63046" y="441956"/>
                  </a:cubicBezTo>
                  <a:cubicBezTo>
                    <a:pt x="66334" y="454200"/>
                    <a:pt x="69622" y="464403"/>
                    <a:pt x="72910" y="476647"/>
                  </a:cubicBezTo>
                  <a:cubicBezTo>
                    <a:pt x="79487" y="509297"/>
                    <a:pt x="86063" y="541947"/>
                    <a:pt x="89351" y="574596"/>
                  </a:cubicBezTo>
                  <a:cubicBezTo>
                    <a:pt x="99216" y="615409"/>
                    <a:pt x="102504" y="654180"/>
                    <a:pt x="95927" y="692952"/>
                  </a:cubicBezTo>
                  <a:cubicBezTo>
                    <a:pt x="89351" y="748049"/>
                    <a:pt x="59758" y="2633579"/>
                    <a:pt x="30164" y="2684594"/>
                  </a:cubicBezTo>
                  <a:lnTo>
                    <a:pt x="571" y="2727447"/>
                  </a:lnTo>
                  <a:cubicBezTo>
                    <a:pt x="-1969" y="2737650"/>
                    <a:pt x="3859" y="2743772"/>
                    <a:pt x="20300" y="2745813"/>
                  </a:cubicBezTo>
                  <a:cubicBezTo>
                    <a:pt x="40029" y="2747854"/>
                    <a:pt x="46605" y="2756016"/>
                    <a:pt x="53181" y="2766219"/>
                  </a:cubicBezTo>
                  <a:cubicBezTo>
                    <a:pt x="59758" y="2782544"/>
                    <a:pt x="49893" y="2798869"/>
                    <a:pt x="63046" y="2815194"/>
                  </a:cubicBezTo>
                  <a:cubicBezTo>
                    <a:pt x="69622" y="2823356"/>
                    <a:pt x="63046" y="2837640"/>
                    <a:pt x="59758" y="2849884"/>
                  </a:cubicBezTo>
                  <a:cubicBezTo>
                    <a:pt x="56469" y="2866209"/>
                    <a:pt x="63046" y="2882534"/>
                    <a:pt x="72910" y="2896818"/>
                  </a:cubicBezTo>
                  <a:cubicBezTo>
                    <a:pt x="95927" y="2921306"/>
                    <a:pt x="99216" y="2949875"/>
                    <a:pt x="99216" y="2976403"/>
                  </a:cubicBezTo>
                  <a:cubicBezTo>
                    <a:pt x="99216" y="2982524"/>
                    <a:pt x="102504" y="2988646"/>
                    <a:pt x="105792" y="2992728"/>
                  </a:cubicBezTo>
                  <a:cubicBezTo>
                    <a:pt x="112368" y="2996809"/>
                    <a:pt x="125521" y="3000890"/>
                    <a:pt x="138673" y="3002931"/>
                  </a:cubicBezTo>
                  <a:lnTo>
                    <a:pt x="217589" y="3027418"/>
                  </a:lnTo>
                  <a:cubicBezTo>
                    <a:pt x="253759" y="3039661"/>
                    <a:pt x="283353" y="3037621"/>
                    <a:pt x="316234" y="3023337"/>
                  </a:cubicBezTo>
                  <a:cubicBezTo>
                    <a:pt x="319522" y="3021296"/>
                    <a:pt x="329387" y="3019255"/>
                    <a:pt x="332675" y="3019255"/>
                  </a:cubicBezTo>
                  <a:cubicBezTo>
                    <a:pt x="355692" y="3021296"/>
                    <a:pt x="378709" y="3021296"/>
                    <a:pt x="398438" y="3033540"/>
                  </a:cubicBezTo>
                  <a:cubicBezTo>
                    <a:pt x="421455" y="3045783"/>
                    <a:pt x="454337" y="3053946"/>
                    <a:pt x="480642" y="3064149"/>
                  </a:cubicBezTo>
                  <a:cubicBezTo>
                    <a:pt x="497083" y="3070271"/>
                    <a:pt x="516812" y="3078433"/>
                    <a:pt x="526676" y="3086596"/>
                  </a:cubicBezTo>
                  <a:cubicBezTo>
                    <a:pt x="533253" y="3090677"/>
                    <a:pt x="539829" y="3094758"/>
                    <a:pt x="546405" y="3096799"/>
                  </a:cubicBezTo>
                  <a:cubicBezTo>
                    <a:pt x="582575" y="3104961"/>
                    <a:pt x="602304" y="3125368"/>
                    <a:pt x="625321" y="3141692"/>
                  </a:cubicBezTo>
                  <a:cubicBezTo>
                    <a:pt x="645050" y="3155977"/>
                    <a:pt x="671355" y="3164139"/>
                    <a:pt x="700949" y="3166180"/>
                  </a:cubicBezTo>
                  <a:cubicBezTo>
                    <a:pt x="733830" y="3170261"/>
                    <a:pt x="766712" y="3172302"/>
                    <a:pt x="799594" y="3176383"/>
                  </a:cubicBezTo>
                  <a:cubicBezTo>
                    <a:pt x="812746" y="3178424"/>
                    <a:pt x="829187" y="3180464"/>
                    <a:pt x="842340" y="3184545"/>
                  </a:cubicBezTo>
                  <a:cubicBezTo>
                    <a:pt x="858780" y="3188627"/>
                    <a:pt x="875221" y="3188627"/>
                    <a:pt x="888374" y="3194749"/>
                  </a:cubicBezTo>
                  <a:cubicBezTo>
                    <a:pt x="908103" y="3204952"/>
                    <a:pt x="927832" y="3211074"/>
                    <a:pt x="954137" y="3206992"/>
                  </a:cubicBezTo>
                  <a:cubicBezTo>
                    <a:pt x="964002" y="3204952"/>
                    <a:pt x="977154" y="3209033"/>
                    <a:pt x="987019" y="3211074"/>
                  </a:cubicBezTo>
                  <a:cubicBezTo>
                    <a:pt x="990307" y="3211074"/>
                    <a:pt x="993595" y="3213114"/>
                    <a:pt x="996883" y="3213114"/>
                  </a:cubicBezTo>
                  <a:cubicBezTo>
                    <a:pt x="1033053" y="3215155"/>
                    <a:pt x="1065935" y="3211074"/>
                    <a:pt x="1098816" y="3206992"/>
                  </a:cubicBezTo>
                  <a:cubicBezTo>
                    <a:pt x="1111969" y="3204952"/>
                    <a:pt x="1125121" y="3202911"/>
                    <a:pt x="1138274" y="3198830"/>
                  </a:cubicBezTo>
                  <a:cubicBezTo>
                    <a:pt x="1174444" y="3188627"/>
                    <a:pt x="1210614" y="3178424"/>
                    <a:pt x="1243495" y="3166180"/>
                  </a:cubicBezTo>
                  <a:cubicBezTo>
                    <a:pt x="1266512" y="3158017"/>
                    <a:pt x="1289529" y="3149855"/>
                    <a:pt x="1315835" y="3158017"/>
                  </a:cubicBezTo>
                  <a:lnTo>
                    <a:pt x="1328987" y="3158017"/>
                  </a:lnTo>
                  <a:cubicBezTo>
                    <a:pt x="1352004" y="3158017"/>
                    <a:pt x="1375022" y="3155977"/>
                    <a:pt x="1394750" y="3153936"/>
                  </a:cubicBezTo>
                  <a:cubicBezTo>
                    <a:pt x="1398039" y="3153936"/>
                    <a:pt x="1404615" y="3153936"/>
                    <a:pt x="1404615" y="3151895"/>
                  </a:cubicBezTo>
                  <a:cubicBezTo>
                    <a:pt x="1414479" y="3143733"/>
                    <a:pt x="1430920" y="3143733"/>
                    <a:pt x="1447361" y="3141692"/>
                  </a:cubicBezTo>
                  <a:cubicBezTo>
                    <a:pt x="1473666" y="3139652"/>
                    <a:pt x="1499972" y="3139652"/>
                    <a:pt x="1519701" y="3129449"/>
                  </a:cubicBezTo>
                  <a:cubicBezTo>
                    <a:pt x="1539430" y="3121286"/>
                    <a:pt x="1559158" y="3119246"/>
                    <a:pt x="1582176" y="3117205"/>
                  </a:cubicBezTo>
                  <a:cubicBezTo>
                    <a:pt x="1585464" y="3117205"/>
                    <a:pt x="1592040" y="3115165"/>
                    <a:pt x="1595328" y="3115165"/>
                  </a:cubicBezTo>
                  <a:cubicBezTo>
                    <a:pt x="1611769" y="3113124"/>
                    <a:pt x="1628210" y="3107002"/>
                    <a:pt x="1641363" y="3109043"/>
                  </a:cubicBezTo>
                  <a:cubicBezTo>
                    <a:pt x="1670956" y="3113124"/>
                    <a:pt x="1684109" y="3107002"/>
                    <a:pt x="1703837" y="3090677"/>
                  </a:cubicBezTo>
                  <a:cubicBezTo>
                    <a:pt x="1707126" y="3086596"/>
                    <a:pt x="1716990" y="3084555"/>
                    <a:pt x="1723566" y="3082514"/>
                  </a:cubicBezTo>
                  <a:cubicBezTo>
                    <a:pt x="1740007" y="3080474"/>
                    <a:pt x="1756448" y="3082514"/>
                    <a:pt x="1772889" y="3080474"/>
                  </a:cubicBezTo>
                  <a:cubicBezTo>
                    <a:pt x="1782753" y="3080474"/>
                    <a:pt x="1792618" y="3074352"/>
                    <a:pt x="1799194" y="3074352"/>
                  </a:cubicBezTo>
                  <a:cubicBezTo>
                    <a:pt x="1825499" y="3076393"/>
                    <a:pt x="1855093" y="3070271"/>
                    <a:pt x="1878110" y="3080474"/>
                  </a:cubicBezTo>
                  <a:cubicBezTo>
                    <a:pt x="1881398" y="3082514"/>
                    <a:pt x="1887974" y="3082514"/>
                    <a:pt x="1894551" y="3082514"/>
                  </a:cubicBezTo>
                  <a:cubicBezTo>
                    <a:pt x="1937297" y="3084555"/>
                    <a:pt x="1973466" y="3092718"/>
                    <a:pt x="2003060" y="3109043"/>
                  </a:cubicBezTo>
                  <a:cubicBezTo>
                    <a:pt x="2012925" y="3115165"/>
                    <a:pt x="2026077" y="3119246"/>
                    <a:pt x="2035942" y="3123327"/>
                  </a:cubicBezTo>
                  <a:cubicBezTo>
                    <a:pt x="2045806" y="3127408"/>
                    <a:pt x="2058959" y="3127408"/>
                    <a:pt x="2068823" y="3129449"/>
                  </a:cubicBezTo>
                  <a:cubicBezTo>
                    <a:pt x="2078688" y="3131489"/>
                    <a:pt x="2085264" y="3133530"/>
                    <a:pt x="2095128" y="3133530"/>
                  </a:cubicBezTo>
                  <a:cubicBezTo>
                    <a:pt x="2111569" y="3133530"/>
                    <a:pt x="2124722" y="3137611"/>
                    <a:pt x="2134586" y="3145774"/>
                  </a:cubicBezTo>
                  <a:cubicBezTo>
                    <a:pt x="2137874" y="3147814"/>
                    <a:pt x="2141163" y="3149855"/>
                    <a:pt x="2144451" y="3153936"/>
                  </a:cubicBezTo>
                  <a:cubicBezTo>
                    <a:pt x="2141163" y="3160058"/>
                    <a:pt x="2160892" y="3176383"/>
                    <a:pt x="2174044" y="3176383"/>
                  </a:cubicBezTo>
                  <a:cubicBezTo>
                    <a:pt x="2197062" y="3176383"/>
                    <a:pt x="2220079" y="3180464"/>
                    <a:pt x="2239807" y="3190667"/>
                  </a:cubicBezTo>
                  <a:cubicBezTo>
                    <a:pt x="2243096" y="3192708"/>
                    <a:pt x="2249672" y="3192708"/>
                    <a:pt x="2256248" y="3190667"/>
                  </a:cubicBezTo>
                  <a:cubicBezTo>
                    <a:pt x="2266113" y="3188627"/>
                    <a:pt x="2272689" y="3188627"/>
                    <a:pt x="2279265" y="3194749"/>
                  </a:cubicBezTo>
                  <a:cubicBezTo>
                    <a:pt x="2282554" y="3196789"/>
                    <a:pt x="2295706" y="3196789"/>
                    <a:pt x="2302282" y="3196789"/>
                  </a:cubicBezTo>
                  <a:cubicBezTo>
                    <a:pt x="2318723" y="3196789"/>
                    <a:pt x="2338452" y="3194749"/>
                    <a:pt x="2354893" y="3196789"/>
                  </a:cubicBezTo>
                  <a:cubicBezTo>
                    <a:pt x="2384487" y="3198830"/>
                    <a:pt x="2410792" y="3200870"/>
                    <a:pt x="2440385" y="3204952"/>
                  </a:cubicBezTo>
                  <a:cubicBezTo>
                    <a:pt x="2446962" y="3204952"/>
                    <a:pt x="2453538" y="3206992"/>
                    <a:pt x="2456826" y="3209033"/>
                  </a:cubicBezTo>
                  <a:cubicBezTo>
                    <a:pt x="2463402" y="3219236"/>
                    <a:pt x="2479843" y="3219236"/>
                    <a:pt x="2489708" y="3221277"/>
                  </a:cubicBezTo>
                  <a:cubicBezTo>
                    <a:pt x="2499572" y="3223317"/>
                    <a:pt x="2512725" y="3225358"/>
                    <a:pt x="2519301" y="3225358"/>
                  </a:cubicBezTo>
                  <a:cubicBezTo>
                    <a:pt x="2522589" y="3223317"/>
                    <a:pt x="2529165" y="3221277"/>
                    <a:pt x="2535742" y="3217195"/>
                  </a:cubicBezTo>
                  <a:cubicBezTo>
                    <a:pt x="2522589" y="3217195"/>
                    <a:pt x="2516013" y="3219236"/>
                    <a:pt x="2509437" y="3219236"/>
                  </a:cubicBezTo>
                  <a:cubicBezTo>
                    <a:pt x="2522589" y="3209033"/>
                    <a:pt x="2535742" y="3206992"/>
                    <a:pt x="2552183" y="3213114"/>
                  </a:cubicBezTo>
                  <a:cubicBezTo>
                    <a:pt x="2571912" y="3223317"/>
                    <a:pt x="2588353" y="3223317"/>
                    <a:pt x="2611370" y="3213114"/>
                  </a:cubicBezTo>
                  <a:lnTo>
                    <a:pt x="2631098" y="3206992"/>
                  </a:lnTo>
                  <a:lnTo>
                    <a:pt x="2631098" y="3196789"/>
                  </a:lnTo>
                  <a:cubicBezTo>
                    <a:pt x="2640963" y="3198830"/>
                    <a:pt x="2650827" y="3202911"/>
                    <a:pt x="2657404" y="3202911"/>
                  </a:cubicBezTo>
                  <a:cubicBezTo>
                    <a:pt x="2677133" y="3196789"/>
                    <a:pt x="2696862" y="3190667"/>
                    <a:pt x="2713303" y="3182505"/>
                  </a:cubicBezTo>
                  <a:cubicBezTo>
                    <a:pt x="2733031" y="3174342"/>
                    <a:pt x="2749472" y="3164139"/>
                    <a:pt x="2765913" y="3155977"/>
                  </a:cubicBezTo>
                  <a:cubicBezTo>
                    <a:pt x="2769201" y="3155977"/>
                    <a:pt x="2769201" y="3153936"/>
                    <a:pt x="2772489" y="3153936"/>
                  </a:cubicBezTo>
                  <a:cubicBezTo>
                    <a:pt x="2795506" y="3149855"/>
                    <a:pt x="2815235" y="3147814"/>
                    <a:pt x="2838253" y="3143733"/>
                  </a:cubicBezTo>
                  <a:cubicBezTo>
                    <a:pt x="2851405" y="3141692"/>
                    <a:pt x="2861270" y="3137611"/>
                    <a:pt x="2874422" y="3135571"/>
                  </a:cubicBezTo>
                  <a:cubicBezTo>
                    <a:pt x="2884287" y="3133530"/>
                    <a:pt x="2890863" y="3133530"/>
                    <a:pt x="2900728" y="3131489"/>
                  </a:cubicBezTo>
                  <a:lnTo>
                    <a:pt x="2933609" y="3131489"/>
                  </a:lnTo>
                  <a:cubicBezTo>
                    <a:pt x="2940186" y="3131489"/>
                    <a:pt x="2950050" y="3131489"/>
                    <a:pt x="2956626" y="3129449"/>
                  </a:cubicBezTo>
                  <a:cubicBezTo>
                    <a:pt x="2959914" y="3125368"/>
                    <a:pt x="2966491" y="3119246"/>
                    <a:pt x="2969779" y="3119246"/>
                  </a:cubicBezTo>
                  <a:cubicBezTo>
                    <a:pt x="2979643" y="3119246"/>
                    <a:pt x="2986220" y="3123327"/>
                    <a:pt x="2996084" y="3125368"/>
                  </a:cubicBezTo>
                  <a:cubicBezTo>
                    <a:pt x="2999372" y="3125368"/>
                    <a:pt x="2999372" y="3127408"/>
                    <a:pt x="2999372" y="3129449"/>
                  </a:cubicBezTo>
                  <a:cubicBezTo>
                    <a:pt x="3012525" y="3137611"/>
                    <a:pt x="3022389" y="3147814"/>
                    <a:pt x="3035542" y="3155977"/>
                  </a:cubicBezTo>
                  <a:cubicBezTo>
                    <a:pt x="3051983" y="3166180"/>
                    <a:pt x="3068424" y="3166180"/>
                    <a:pt x="3078288" y="3160058"/>
                  </a:cubicBezTo>
                  <a:cubicBezTo>
                    <a:pt x="3094729" y="3151895"/>
                    <a:pt x="3107882" y="3145774"/>
                    <a:pt x="3130899" y="3149855"/>
                  </a:cubicBezTo>
                  <a:cubicBezTo>
                    <a:pt x="3134187" y="3149855"/>
                    <a:pt x="3140763" y="3151895"/>
                    <a:pt x="3144051" y="3149855"/>
                  </a:cubicBezTo>
                  <a:cubicBezTo>
                    <a:pt x="3160492" y="3145774"/>
                    <a:pt x="3180221" y="3141692"/>
                    <a:pt x="3196662" y="3135571"/>
                  </a:cubicBezTo>
                  <a:cubicBezTo>
                    <a:pt x="3206526" y="3133530"/>
                    <a:pt x="3219679" y="3133530"/>
                    <a:pt x="3222967" y="3129449"/>
                  </a:cubicBezTo>
                  <a:cubicBezTo>
                    <a:pt x="3232832" y="3117205"/>
                    <a:pt x="3249273" y="3111083"/>
                    <a:pt x="3265713" y="3102921"/>
                  </a:cubicBezTo>
                  <a:cubicBezTo>
                    <a:pt x="3275578" y="3096799"/>
                    <a:pt x="3285442" y="3088636"/>
                    <a:pt x="3295307" y="3086596"/>
                  </a:cubicBezTo>
                  <a:cubicBezTo>
                    <a:pt x="3318324" y="3082514"/>
                    <a:pt x="3334765" y="3070271"/>
                    <a:pt x="3354493" y="3062108"/>
                  </a:cubicBezTo>
                  <a:cubicBezTo>
                    <a:pt x="3370934" y="3055986"/>
                    <a:pt x="3380799" y="3043743"/>
                    <a:pt x="3397240" y="3041702"/>
                  </a:cubicBezTo>
                  <a:cubicBezTo>
                    <a:pt x="3423545" y="3037621"/>
                    <a:pt x="3443274" y="3027418"/>
                    <a:pt x="3466291" y="3017215"/>
                  </a:cubicBezTo>
                  <a:cubicBezTo>
                    <a:pt x="3479444" y="3011093"/>
                    <a:pt x="3495884" y="3007012"/>
                    <a:pt x="3512325" y="3009052"/>
                  </a:cubicBezTo>
                  <a:cubicBezTo>
                    <a:pt x="3522190" y="3011093"/>
                    <a:pt x="3535342" y="3009052"/>
                    <a:pt x="3541919" y="3007012"/>
                  </a:cubicBezTo>
                  <a:cubicBezTo>
                    <a:pt x="3555071" y="3002931"/>
                    <a:pt x="3568224" y="2996809"/>
                    <a:pt x="3581376" y="2992728"/>
                  </a:cubicBezTo>
                  <a:cubicBezTo>
                    <a:pt x="3591241" y="2988646"/>
                    <a:pt x="3601105" y="2984565"/>
                    <a:pt x="3610970" y="2984565"/>
                  </a:cubicBezTo>
                  <a:cubicBezTo>
                    <a:pt x="3643852" y="2982524"/>
                    <a:pt x="3670157" y="2978443"/>
                    <a:pt x="3686598" y="2958037"/>
                  </a:cubicBezTo>
                  <a:cubicBezTo>
                    <a:pt x="3693174" y="2949875"/>
                    <a:pt x="3726056" y="2939671"/>
                    <a:pt x="3739208" y="2943753"/>
                  </a:cubicBezTo>
                  <a:cubicBezTo>
                    <a:pt x="3762226" y="2949875"/>
                    <a:pt x="3778666" y="2945793"/>
                    <a:pt x="3791819" y="2933550"/>
                  </a:cubicBezTo>
                  <a:cubicBezTo>
                    <a:pt x="3801683" y="2927427"/>
                    <a:pt x="3814836" y="2929468"/>
                    <a:pt x="3824700" y="2933550"/>
                  </a:cubicBezTo>
                  <a:cubicBezTo>
                    <a:pt x="3831277" y="2937631"/>
                    <a:pt x="3837853" y="2939671"/>
                    <a:pt x="3844429" y="2939671"/>
                  </a:cubicBezTo>
                  <a:cubicBezTo>
                    <a:pt x="3867447" y="2941712"/>
                    <a:pt x="3893752" y="2939671"/>
                    <a:pt x="3916769" y="2941712"/>
                  </a:cubicBezTo>
                  <a:cubicBezTo>
                    <a:pt x="3936498" y="2943753"/>
                    <a:pt x="3956227" y="2939671"/>
                    <a:pt x="3969380" y="2931509"/>
                  </a:cubicBezTo>
                  <a:cubicBezTo>
                    <a:pt x="3982532" y="2923346"/>
                    <a:pt x="3992397" y="2923346"/>
                    <a:pt x="4012125" y="2927427"/>
                  </a:cubicBezTo>
                  <a:cubicBezTo>
                    <a:pt x="4028566" y="2931509"/>
                    <a:pt x="4041719" y="2941712"/>
                    <a:pt x="4064736" y="2939671"/>
                  </a:cubicBezTo>
                  <a:cubicBezTo>
                    <a:pt x="4084465" y="2937631"/>
                    <a:pt x="4107482" y="2943753"/>
                    <a:pt x="4130499" y="2937631"/>
                  </a:cubicBezTo>
                  <a:lnTo>
                    <a:pt x="4143652" y="2937631"/>
                  </a:lnTo>
                  <a:cubicBezTo>
                    <a:pt x="4163381" y="2941712"/>
                    <a:pt x="4183110" y="2943753"/>
                    <a:pt x="4199551" y="2953956"/>
                  </a:cubicBezTo>
                  <a:cubicBezTo>
                    <a:pt x="4219279" y="2964159"/>
                    <a:pt x="4222568" y="2888656"/>
                    <a:pt x="4242297" y="2896818"/>
                  </a:cubicBezTo>
                  <a:cubicBezTo>
                    <a:pt x="4271890" y="2909062"/>
                    <a:pt x="4265314" y="2896818"/>
                    <a:pt x="4294907" y="2907021"/>
                  </a:cubicBezTo>
                  <a:cubicBezTo>
                    <a:pt x="4317924" y="2913143"/>
                    <a:pt x="4308060" y="2890697"/>
                    <a:pt x="4334365" y="2894778"/>
                  </a:cubicBezTo>
                  <a:cubicBezTo>
                    <a:pt x="4337653" y="2894778"/>
                    <a:pt x="4377111" y="2911103"/>
                    <a:pt x="4377111" y="2909062"/>
                  </a:cubicBezTo>
                  <a:cubicBezTo>
                    <a:pt x="4393552" y="2902940"/>
                    <a:pt x="4409993" y="2841722"/>
                    <a:pt x="4426433" y="2843762"/>
                  </a:cubicBezTo>
                  <a:cubicBezTo>
                    <a:pt x="4459315" y="2849884"/>
                    <a:pt x="4488909" y="2845803"/>
                    <a:pt x="4518502" y="2837640"/>
                  </a:cubicBezTo>
                  <a:cubicBezTo>
                    <a:pt x="4534943" y="2833559"/>
                    <a:pt x="4561248" y="2819275"/>
                    <a:pt x="4574401" y="2825397"/>
                  </a:cubicBezTo>
                  <a:cubicBezTo>
                    <a:pt x="4597418" y="2835600"/>
                    <a:pt x="4620435" y="2839681"/>
                    <a:pt x="4646740" y="2841722"/>
                  </a:cubicBezTo>
                  <a:cubicBezTo>
                    <a:pt x="4650029" y="2841722"/>
                    <a:pt x="4653317" y="2843762"/>
                    <a:pt x="4656605" y="2845803"/>
                  </a:cubicBezTo>
                  <a:cubicBezTo>
                    <a:pt x="4666469" y="2853965"/>
                    <a:pt x="4712503" y="2831519"/>
                    <a:pt x="4722368" y="2839681"/>
                  </a:cubicBezTo>
                  <a:cubicBezTo>
                    <a:pt x="4735521" y="2851925"/>
                    <a:pt x="4748673" y="2864169"/>
                    <a:pt x="4761826" y="2874372"/>
                  </a:cubicBezTo>
                  <a:cubicBezTo>
                    <a:pt x="4768402" y="2878453"/>
                    <a:pt x="4778267" y="2880494"/>
                    <a:pt x="4781555" y="2884575"/>
                  </a:cubicBezTo>
                  <a:cubicBezTo>
                    <a:pt x="4784843" y="2894778"/>
                    <a:pt x="4791420" y="2898859"/>
                    <a:pt x="4807860" y="2898859"/>
                  </a:cubicBezTo>
                  <a:cubicBezTo>
                    <a:pt x="4817725" y="2898859"/>
                    <a:pt x="4827589" y="2900900"/>
                    <a:pt x="4834165" y="2904981"/>
                  </a:cubicBezTo>
                  <a:cubicBezTo>
                    <a:pt x="4850606" y="2911103"/>
                    <a:pt x="4863759" y="2917224"/>
                    <a:pt x="4876911" y="2923346"/>
                  </a:cubicBezTo>
                  <a:cubicBezTo>
                    <a:pt x="4893352" y="2929468"/>
                    <a:pt x="4909793" y="2935590"/>
                    <a:pt x="4916370" y="2945793"/>
                  </a:cubicBezTo>
                  <a:cubicBezTo>
                    <a:pt x="4919658" y="2949875"/>
                    <a:pt x="4922946" y="2951915"/>
                    <a:pt x="4926234" y="2953956"/>
                  </a:cubicBezTo>
                  <a:cubicBezTo>
                    <a:pt x="4939387" y="2962118"/>
                    <a:pt x="4952539" y="2968240"/>
                    <a:pt x="4965692" y="2976403"/>
                  </a:cubicBezTo>
                  <a:cubicBezTo>
                    <a:pt x="4985421" y="2986606"/>
                    <a:pt x="5001861" y="2998849"/>
                    <a:pt x="5021590" y="3009052"/>
                  </a:cubicBezTo>
                  <a:cubicBezTo>
                    <a:pt x="5028167" y="3011093"/>
                    <a:pt x="5034743" y="3015174"/>
                    <a:pt x="5041319" y="3017215"/>
                  </a:cubicBezTo>
                  <a:cubicBezTo>
                    <a:pt x="5054472" y="3021296"/>
                    <a:pt x="5067625" y="3025377"/>
                    <a:pt x="5077489" y="3031499"/>
                  </a:cubicBezTo>
                  <a:cubicBezTo>
                    <a:pt x="5087354" y="3037621"/>
                    <a:pt x="5133388" y="3000890"/>
                    <a:pt x="5139964" y="3009052"/>
                  </a:cubicBezTo>
                  <a:cubicBezTo>
                    <a:pt x="5139964" y="3011093"/>
                    <a:pt x="5143252" y="3011093"/>
                    <a:pt x="5146541" y="3011093"/>
                  </a:cubicBezTo>
                  <a:cubicBezTo>
                    <a:pt x="5166270" y="3021296"/>
                    <a:pt x="5185999" y="3017215"/>
                    <a:pt x="5205727" y="3013134"/>
                  </a:cubicBezTo>
                  <a:cubicBezTo>
                    <a:pt x="5212304" y="3011093"/>
                    <a:pt x="5218880" y="3009052"/>
                    <a:pt x="5222168" y="3011093"/>
                  </a:cubicBezTo>
                  <a:cubicBezTo>
                    <a:pt x="5245186" y="3017215"/>
                    <a:pt x="5261626" y="3031499"/>
                    <a:pt x="5291220" y="3033540"/>
                  </a:cubicBezTo>
                  <a:cubicBezTo>
                    <a:pt x="5291220" y="3033540"/>
                    <a:pt x="5294508" y="3033540"/>
                    <a:pt x="5294508" y="3035580"/>
                  </a:cubicBezTo>
                  <a:cubicBezTo>
                    <a:pt x="5301084" y="3047824"/>
                    <a:pt x="5320813" y="3047824"/>
                    <a:pt x="5337254" y="3049865"/>
                  </a:cubicBezTo>
                  <a:cubicBezTo>
                    <a:pt x="5347118" y="3049865"/>
                    <a:pt x="5356983" y="3051905"/>
                    <a:pt x="5363559" y="3053946"/>
                  </a:cubicBezTo>
                  <a:cubicBezTo>
                    <a:pt x="5383288" y="3060068"/>
                    <a:pt x="5403017" y="3068230"/>
                    <a:pt x="5426034" y="3072311"/>
                  </a:cubicBezTo>
                  <a:cubicBezTo>
                    <a:pt x="5455628" y="3078433"/>
                    <a:pt x="5485221" y="3082514"/>
                    <a:pt x="5508238" y="3092718"/>
                  </a:cubicBezTo>
                  <a:cubicBezTo>
                    <a:pt x="5511526" y="3092718"/>
                    <a:pt x="5514815" y="3092718"/>
                    <a:pt x="5514815" y="3094758"/>
                  </a:cubicBezTo>
                  <a:cubicBezTo>
                    <a:pt x="5524679" y="3098839"/>
                    <a:pt x="5541120" y="3100880"/>
                    <a:pt x="5547696" y="3107002"/>
                  </a:cubicBezTo>
                  <a:cubicBezTo>
                    <a:pt x="5557561" y="3119246"/>
                    <a:pt x="5583865" y="3117205"/>
                    <a:pt x="5597019" y="3127408"/>
                  </a:cubicBezTo>
                  <a:lnTo>
                    <a:pt x="5600306" y="3127408"/>
                  </a:lnTo>
                  <a:cubicBezTo>
                    <a:pt x="5613459" y="3127408"/>
                    <a:pt x="5626612" y="3129449"/>
                    <a:pt x="5643053" y="3129449"/>
                  </a:cubicBezTo>
                  <a:cubicBezTo>
                    <a:pt x="5649629" y="3127408"/>
                    <a:pt x="5659493" y="3123327"/>
                    <a:pt x="5666070" y="3123327"/>
                  </a:cubicBezTo>
                  <a:cubicBezTo>
                    <a:pt x="5695663" y="3129449"/>
                    <a:pt x="5725256" y="3129449"/>
                    <a:pt x="5744986" y="3113124"/>
                  </a:cubicBezTo>
                  <a:cubicBezTo>
                    <a:pt x="5748274" y="3111083"/>
                    <a:pt x="5754850" y="3111083"/>
                    <a:pt x="5761427" y="3111083"/>
                  </a:cubicBezTo>
                  <a:lnTo>
                    <a:pt x="5787732" y="3111083"/>
                  </a:lnTo>
                  <a:cubicBezTo>
                    <a:pt x="5817325" y="3107002"/>
                    <a:pt x="5843631" y="3102921"/>
                    <a:pt x="5873224" y="3100880"/>
                  </a:cubicBezTo>
                  <a:cubicBezTo>
                    <a:pt x="5886377" y="3098839"/>
                    <a:pt x="5902818" y="3102921"/>
                    <a:pt x="5915970" y="3104961"/>
                  </a:cubicBezTo>
                  <a:cubicBezTo>
                    <a:pt x="5929122" y="3107002"/>
                    <a:pt x="5942275" y="3107002"/>
                    <a:pt x="5955428" y="3107002"/>
                  </a:cubicBezTo>
                  <a:cubicBezTo>
                    <a:pt x="5971869" y="3107002"/>
                    <a:pt x="5985022" y="3102921"/>
                    <a:pt x="6001462" y="3102921"/>
                  </a:cubicBezTo>
                  <a:cubicBezTo>
                    <a:pt x="6014615" y="3100880"/>
                    <a:pt x="6031056" y="3100880"/>
                    <a:pt x="6044208" y="3098839"/>
                  </a:cubicBezTo>
                  <a:cubicBezTo>
                    <a:pt x="6073802" y="3094758"/>
                    <a:pt x="6100107" y="3090677"/>
                    <a:pt x="6129700" y="3088636"/>
                  </a:cubicBezTo>
                  <a:cubicBezTo>
                    <a:pt x="6149429" y="3019255"/>
                    <a:pt x="6146141" y="2937631"/>
                    <a:pt x="6146141" y="2853965"/>
                  </a:cubicBezTo>
                  <a:close/>
                </a:path>
              </a:pathLst>
            </a:custGeom>
            <a:blipFill>
              <a:blip r:embed="rId3"/>
              <a:stretch>
                <a:fillRect l="0" t="-3595" r="0" b="-3595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3118508" y="3277795"/>
            <a:ext cx="12070034" cy="426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37"/>
              </a:lnSpc>
            </a:pPr>
            <a:r>
              <a:rPr lang="en-US" sz="13591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Exemplos</a:t>
            </a:r>
          </a:p>
          <a:p>
            <a:pPr algn="ctr" marL="0" indent="0" lvl="0">
              <a:lnSpc>
                <a:spcPts val="10737"/>
              </a:lnSpc>
            </a:pPr>
            <a:r>
              <a:rPr lang="en-US" sz="13591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Eventos mutuamente excludentes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08937">
            <a:off x="-386359" y="-535730"/>
            <a:ext cx="3331455" cy="3319341"/>
          </a:xfrm>
          <a:custGeom>
            <a:avLst/>
            <a:gdLst/>
            <a:ahLst/>
            <a:cxnLst/>
            <a:rect r="r" b="b" t="t" l="l"/>
            <a:pathLst>
              <a:path h="3319341" w="3331455">
                <a:moveTo>
                  <a:pt x="0" y="0"/>
                </a:moveTo>
                <a:lnTo>
                  <a:pt x="3331456" y="0"/>
                </a:lnTo>
                <a:lnTo>
                  <a:pt x="3331456" y="3319341"/>
                </a:lnTo>
                <a:lnTo>
                  <a:pt x="0" y="33193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63618" y="0"/>
            <a:ext cx="4045431" cy="3309898"/>
          </a:xfrm>
          <a:custGeom>
            <a:avLst/>
            <a:gdLst/>
            <a:ahLst/>
            <a:cxnLst/>
            <a:rect r="r" b="b" t="t" l="l"/>
            <a:pathLst>
              <a:path h="3309898" w="4045431">
                <a:moveTo>
                  <a:pt x="0" y="0"/>
                </a:moveTo>
                <a:lnTo>
                  <a:pt x="4045431" y="0"/>
                </a:lnTo>
                <a:lnTo>
                  <a:pt x="4045431" y="3309898"/>
                </a:lnTo>
                <a:lnTo>
                  <a:pt x="0" y="33098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21332">
            <a:off x="3927348" y="-2967750"/>
            <a:ext cx="6410912" cy="4522607"/>
          </a:xfrm>
          <a:custGeom>
            <a:avLst/>
            <a:gdLst/>
            <a:ahLst/>
            <a:cxnLst/>
            <a:rect r="r" b="b" t="t" l="l"/>
            <a:pathLst>
              <a:path h="4522607" w="6410912">
                <a:moveTo>
                  <a:pt x="0" y="0"/>
                </a:moveTo>
                <a:lnTo>
                  <a:pt x="6410912" y="0"/>
                </a:lnTo>
                <a:lnTo>
                  <a:pt x="6410912" y="4522607"/>
                </a:lnTo>
                <a:lnTo>
                  <a:pt x="0" y="45226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21822" y="-1504337"/>
            <a:ext cx="4737599" cy="3324933"/>
          </a:xfrm>
          <a:custGeom>
            <a:avLst/>
            <a:gdLst/>
            <a:ahLst/>
            <a:cxnLst/>
            <a:rect r="r" b="b" t="t" l="l"/>
            <a:pathLst>
              <a:path h="3324933" w="4737599">
                <a:moveTo>
                  <a:pt x="0" y="0"/>
                </a:moveTo>
                <a:lnTo>
                  <a:pt x="4737599" y="0"/>
                </a:lnTo>
                <a:lnTo>
                  <a:pt x="4737599" y="3324933"/>
                </a:lnTo>
                <a:lnTo>
                  <a:pt x="0" y="33249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795918">
            <a:off x="2261636" y="-585074"/>
            <a:ext cx="2157502" cy="1596551"/>
          </a:xfrm>
          <a:custGeom>
            <a:avLst/>
            <a:gdLst/>
            <a:ahLst/>
            <a:cxnLst/>
            <a:rect r="r" b="b" t="t" l="l"/>
            <a:pathLst>
              <a:path h="1596551" w="2157502">
                <a:moveTo>
                  <a:pt x="0" y="0"/>
                </a:moveTo>
                <a:lnTo>
                  <a:pt x="2157502" y="0"/>
                </a:lnTo>
                <a:lnTo>
                  <a:pt x="2157502" y="1596551"/>
                </a:lnTo>
                <a:lnTo>
                  <a:pt x="0" y="15965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627401">
            <a:off x="8677393" y="-745597"/>
            <a:ext cx="1267157" cy="2131303"/>
          </a:xfrm>
          <a:custGeom>
            <a:avLst/>
            <a:gdLst/>
            <a:ahLst/>
            <a:cxnLst/>
            <a:rect r="r" b="b" t="t" l="l"/>
            <a:pathLst>
              <a:path h="2131303" w="1267157">
                <a:moveTo>
                  <a:pt x="0" y="0"/>
                </a:moveTo>
                <a:lnTo>
                  <a:pt x="1267156" y="0"/>
                </a:lnTo>
                <a:lnTo>
                  <a:pt x="1267156" y="2131303"/>
                </a:lnTo>
                <a:lnTo>
                  <a:pt x="0" y="213130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6402983">
            <a:off x="-37993" y="1921424"/>
            <a:ext cx="305914" cy="2758240"/>
          </a:xfrm>
          <a:custGeom>
            <a:avLst/>
            <a:gdLst/>
            <a:ahLst/>
            <a:cxnLst/>
            <a:rect r="r" b="b" t="t" l="l"/>
            <a:pathLst>
              <a:path h="2758240" w="305914">
                <a:moveTo>
                  <a:pt x="0" y="0"/>
                </a:moveTo>
                <a:lnTo>
                  <a:pt x="305914" y="0"/>
                </a:lnTo>
                <a:lnTo>
                  <a:pt x="305914" y="2758240"/>
                </a:lnTo>
                <a:lnTo>
                  <a:pt x="0" y="27582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698887">
            <a:off x="1906450" y="1985551"/>
            <a:ext cx="2314398" cy="374512"/>
          </a:xfrm>
          <a:custGeom>
            <a:avLst/>
            <a:gdLst/>
            <a:ahLst/>
            <a:cxnLst/>
            <a:rect r="r" b="b" t="t" l="l"/>
            <a:pathLst>
              <a:path h="374512" w="2314398">
                <a:moveTo>
                  <a:pt x="0" y="0"/>
                </a:moveTo>
                <a:lnTo>
                  <a:pt x="2314398" y="0"/>
                </a:lnTo>
                <a:lnTo>
                  <a:pt x="2314398" y="374511"/>
                </a:lnTo>
                <a:lnTo>
                  <a:pt x="0" y="37451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005937">
            <a:off x="13560892" y="1803070"/>
            <a:ext cx="1484653" cy="594496"/>
          </a:xfrm>
          <a:custGeom>
            <a:avLst/>
            <a:gdLst/>
            <a:ahLst/>
            <a:cxnLst/>
            <a:rect r="r" b="b" t="t" l="l"/>
            <a:pathLst>
              <a:path h="594496" w="1484653">
                <a:moveTo>
                  <a:pt x="0" y="0"/>
                </a:moveTo>
                <a:lnTo>
                  <a:pt x="1484653" y="0"/>
                </a:lnTo>
                <a:lnTo>
                  <a:pt x="1484653" y="594496"/>
                </a:lnTo>
                <a:lnTo>
                  <a:pt x="0" y="59449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5820" t="-289673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228638" y="1805218"/>
            <a:ext cx="9830723" cy="105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89"/>
              </a:lnSpc>
            </a:pPr>
            <a:r>
              <a:rPr lang="en-US" sz="9354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Regra da soma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27131" y="3224173"/>
            <a:ext cx="14967680" cy="657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8"/>
              </a:lnSpc>
            </a:pP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 uma turma de 40 alunos:</a:t>
            </a:r>
          </a:p>
          <a:p>
            <a:pPr algn="l" marL="878574" indent="-439287" lvl="1">
              <a:lnSpc>
                <a:spcPts val="5778"/>
              </a:lnSpc>
              <a:buFont typeface="Arial"/>
              <a:buChar char="•"/>
            </a:pP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15 estudam Francês.</a:t>
            </a:r>
          </a:p>
          <a:p>
            <a:pPr algn="l" marL="878574" indent="-439287" lvl="1">
              <a:lnSpc>
                <a:spcPts val="5778"/>
              </a:lnSpc>
              <a:buFont typeface="Arial"/>
              <a:buChar char="•"/>
            </a:pP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10 estudam Alemão.</a:t>
            </a:r>
          </a:p>
          <a:p>
            <a:pPr algn="l">
              <a:lnSpc>
                <a:spcPts val="5778"/>
              </a:lnSpc>
            </a:pPr>
          </a:p>
          <a:p>
            <a:pPr algn="l">
              <a:lnSpc>
                <a:spcPts val="5778"/>
              </a:lnSpc>
            </a:pP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</a:t>
            </a: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</a:t>
            </a: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hum alun</a:t>
            </a: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 </a:t>
            </a: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estuda as duas línguas ao mesmo tempo.</a:t>
            </a:r>
          </a:p>
          <a:p>
            <a:pPr algn="l">
              <a:lnSpc>
                <a:spcPts val="5778"/>
              </a:lnSpc>
            </a:pPr>
          </a:p>
          <a:p>
            <a:pPr algn="l">
              <a:lnSpc>
                <a:spcPts val="5778"/>
              </a:lnSpc>
            </a:pP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</a:t>
            </a: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um alu</a:t>
            </a: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</a:t>
            </a: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 escolhido ao acaso, qual a probabilidade de ele estudar Francês </a:t>
            </a:r>
            <a:r>
              <a:rPr lang="en-US" sz="406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</a:t>
            </a: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Alemão?</a:t>
            </a:r>
          </a:p>
          <a:p>
            <a:pPr algn="l" marL="0" indent="0" lvl="0">
              <a:lnSpc>
                <a:spcPts val="577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08937">
            <a:off x="-386359" y="-535730"/>
            <a:ext cx="3331455" cy="3319341"/>
          </a:xfrm>
          <a:custGeom>
            <a:avLst/>
            <a:gdLst/>
            <a:ahLst/>
            <a:cxnLst/>
            <a:rect r="r" b="b" t="t" l="l"/>
            <a:pathLst>
              <a:path h="3319341" w="3331455">
                <a:moveTo>
                  <a:pt x="0" y="0"/>
                </a:moveTo>
                <a:lnTo>
                  <a:pt x="3331456" y="0"/>
                </a:lnTo>
                <a:lnTo>
                  <a:pt x="3331456" y="3319341"/>
                </a:lnTo>
                <a:lnTo>
                  <a:pt x="0" y="33193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63618" y="0"/>
            <a:ext cx="4045431" cy="3309898"/>
          </a:xfrm>
          <a:custGeom>
            <a:avLst/>
            <a:gdLst/>
            <a:ahLst/>
            <a:cxnLst/>
            <a:rect r="r" b="b" t="t" l="l"/>
            <a:pathLst>
              <a:path h="3309898" w="4045431">
                <a:moveTo>
                  <a:pt x="0" y="0"/>
                </a:moveTo>
                <a:lnTo>
                  <a:pt x="4045431" y="0"/>
                </a:lnTo>
                <a:lnTo>
                  <a:pt x="4045431" y="3309898"/>
                </a:lnTo>
                <a:lnTo>
                  <a:pt x="0" y="33098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21332">
            <a:off x="3927348" y="-2967750"/>
            <a:ext cx="6410912" cy="4522607"/>
          </a:xfrm>
          <a:custGeom>
            <a:avLst/>
            <a:gdLst/>
            <a:ahLst/>
            <a:cxnLst/>
            <a:rect r="r" b="b" t="t" l="l"/>
            <a:pathLst>
              <a:path h="4522607" w="6410912">
                <a:moveTo>
                  <a:pt x="0" y="0"/>
                </a:moveTo>
                <a:lnTo>
                  <a:pt x="6410912" y="0"/>
                </a:lnTo>
                <a:lnTo>
                  <a:pt x="6410912" y="4522607"/>
                </a:lnTo>
                <a:lnTo>
                  <a:pt x="0" y="45226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21822" y="-1504337"/>
            <a:ext cx="4737599" cy="3324933"/>
          </a:xfrm>
          <a:custGeom>
            <a:avLst/>
            <a:gdLst/>
            <a:ahLst/>
            <a:cxnLst/>
            <a:rect r="r" b="b" t="t" l="l"/>
            <a:pathLst>
              <a:path h="3324933" w="4737599">
                <a:moveTo>
                  <a:pt x="0" y="0"/>
                </a:moveTo>
                <a:lnTo>
                  <a:pt x="4737599" y="0"/>
                </a:lnTo>
                <a:lnTo>
                  <a:pt x="4737599" y="3324933"/>
                </a:lnTo>
                <a:lnTo>
                  <a:pt x="0" y="33249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795918">
            <a:off x="2261636" y="-585074"/>
            <a:ext cx="2157502" cy="1596551"/>
          </a:xfrm>
          <a:custGeom>
            <a:avLst/>
            <a:gdLst/>
            <a:ahLst/>
            <a:cxnLst/>
            <a:rect r="r" b="b" t="t" l="l"/>
            <a:pathLst>
              <a:path h="1596551" w="2157502">
                <a:moveTo>
                  <a:pt x="0" y="0"/>
                </a:moveTo>
                <a:lnTo>
                  <a:pt x="2157502" y="0"/>
                </a:lnTo>
                <a:lnTo>
                  <a:pt x="2157502" y="1596551"/>
                </a:lnTo>
                <a:lnTo>
                  <a:pt x="0" y="15965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627401">
            <a:off x="8677393" y="-745597"/>
            <a:ext cx="1267157" cy="2131303"/>
          </a:xfrm>
          <a:custGeom>
            <a:avLst/>
            <a:gdLst/>
            <a:ahLst/>
            <a:cxnLst/>
            <a:rect r="r" b="b" t="t" l="l"/>
            <a:pathLst>
              <a:path h="2131303" w="1267157">
                <a:moveTo>
                  <a:pt x="0" y="0"/>
                </a:moveTo>
                <a:lnTo>
                  <a:pt x="1267156" y="0"/>
                </a:lnTo>
                <a:lnTo>
                  <a:pt x="1267156" y="2131303"/>
                </a:lnTo>
                <a:lnTo>
                  <a:pt x="0" y="213130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6402983">
            <a:off x="-37993" y="1921424"/>
            <a:ext cx="305914" cy="2758240"/>
          </a:xfrm>
          <a:custGeom>
            <a:avLst/>
            <a:gdLst/>
            <a:ahLst/>
            <a:cxnLst/>
            <a:rect r="r" b="b" t="t" l="l"/>
            <a:pathLst>
              <a:path h="2758240" w="305914">
                <a:moveTo>
                  <a:pt x="0" y="0"/>
                </a:moveTo>
                <a:lnTo>
                  <a:pt x="305914" y="0"/>
                </a:lnTo>
                <a:lnTo>
                  <a:pt x="305914" y="2758240"/>
                </a:lnTo>
                <a:lnTo>
                  <a:pt x="0" y="27582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698887">
            <a:off x="1906450" y="1985551"/>
            <a:ext cx="2314398" cy="374512"/>
          </a:xfrm>
          <a:custGeom>
            <a:avLst/>
            <a:gdLst/>
            <a:ahLst/>
            <a:cxnLst/>
            <a:rect r="r" b="b" t="t" l="l"/>
            <a:pathLst>
              <a:path h="374512" w="2314398">
                <a:moveTo>
                  <a:pt x="0" y="0"/>
                </a:moveTo>
                <a:lnTo>
                  <a:pt x="2314398" y="0"/>
                </a:lnTo>
                <a:lnTo>
                  <a:pt x="2314398" y="374511"/>
                </a:lnTo>
                <a:lnTo>
                  <a:pt x="0" y="37451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005937">
            <a:off x="13560892" y="1803070"/>
            <a:ext cx="1484653" cy="594496"/>
          </a:xfrm>
          <a:custGeom>
            <a:avLst/>
            <a:gdLst/>
            <a:ahLst/>
            <a:cxnLst/>
            <a:rect r="r" b="b" t="t" l="l"/>
            <a:pathLst>
              <a:path h="594496" w="1484653">
                <a:moveTo>
                  <a:pt x="0" y="0"/>
                </a:moveTo>
                <a:lnTo>
                  <a:pt x="1484653" y="0"/>
                </a:lnTo>
                <a:lnTo>
                  <a:pt x="1484653" y="594496"/>
                </a:lnTo>
                <a:lnTo>
                  <a:pt x="0" y="59449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5820" t="-289673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83443" y="2819860"/>
            <a:ext cx="15202890" cy="7450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9569" indent="-324784" lvl="1">
              <a:lnSpc>
                <a:spcPts val="4272"/>
              </a:lnSpc>
              <a:buFont typeface="Arial"/>
              <a:buChar char="•"/>
            </a:pP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A: aluno estuda Francês.</a:t>
            </a:r>
          </a:p>
          <a:p>
            <a:pPr algn="l" marL="649569" indent="-324784" lvl="1">
              <a:lnSpc>
                <a:spcPts val="4272"/>
              </a:lnSpc>
              <a:buFont typeface="Arial"/>
              <a:buChar char="•"/>
            </a:pP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B: aluno</a:t>
            </a: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estuda Alemão.</a:t>
            </a:r>
          </a:p>
          <a:p>
            <a:pPr algn="l">
              <a:lnSpc>
                <a:spcPts val="4272"/>
              </a:lnSpc>
            </a:pP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</a:t>
            </a: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 ninguém</a:t>
            </a: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estuda as duas línguas </a:t>
            </a:r>
            <a:r>
              <a:rPr lang="en-US" sz="300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simultaneamente</a:t>
            </a: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</a:t>
            </a: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os eventos são </a:t>
            </a:r>
            <a:r>
              <a:rPr lang="en-US" sz="300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mutuamente excludentes</a:t>
            </a: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  <a:p>
            <a:pPr algn="l">
              <a:lnSpc>
                <a:spcPts val="4272"/>
              </a:lnSpc>
            </a:pP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</a:t>
            </a: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</a:t>
            </a: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go:</a:t>
            </a:r>
          </a:p>
          <a:p>
            <a:pPr algn="l">
              <a:lnSpc>
                <a:spcPts val="4272"/>
              </a:lnSpc>
            </a:pP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P(A∩B)=0</a:t>
            </a:r>
          </a:p>
          <a:p>
            <a:pPr algn="l">
              <a:lnSpc>
                <a:spcPts val="4272"/>
              </a:lnSpc>
            </a:pP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Usamos:</a:t>
            </a:r>
          </a:p>
          <a:p>
            <a:pPr algn="l">
              <a:lnSpc>
                <a:spcPts val="4272"/>
              </a:lnSpc>
            </a:pP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</a:t>
            </a:r>
            <a:r>
              <a:rPr lang="en-US" sz="300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∪</a:t>
            </a: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B)=P(A)</a:t>
            </a:r>
            <a:r>
              <a:rPr lang="en-US" sz="3008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+</a:t>
            </a: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P(B)</a:t>
            </a:r>
          </a:p>
          <a:p>
            <a:pPr algn="l">
              <a:lnSpc>
                <a:spcPts val="4272"/>
              </a:lnSpc>
            </a:pPr>
          </a:p>
          <a:p>
            <a:pPr algn="l">
              <a:lnSpc>
                <a:spcPts val="4272"/>
              </a:lnSpc>
            </a:pP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P(A)=15/40</a:t>
            </a:r>
          </a:p>
          <a:p>
            <a:pPr algn="l">
              <a:lnSpc>
                <a:spcPts val="4272"/>
              </a:lnSpc>
            </a:pP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P(B)=10/40</a:t>
            </a:r>
          </a:p>
          <a:p>
            <a:pPr algn="l">
              <a:lnSpc>
                <a:spcPts val="4272"/>
              </a:lnSpc>
            </a:pPr>
          </a:p>
          <a:p>
            <a:pPr algn="l">
              <a:lnSpc>
                <a:spcPts val="4272"/>
              </a:lnSpc>
            </a:pPr>
            <a:r>
              <a:rPr lang="en-US" sz="3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P(A∪B)=15/40+10/40=25/40=5/8</a:t>
            </a:r>
          </a:p>
          <a:p>
            <a:pPr algn="l" marL="0" indent="0" lvl="0">
              <a:lnSpc>
                <a:spcPts val="427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6028" y="928606"/>
            <a:ext cx="16035943" cy="8429788"/>
            <a:chOff x="0" y="0"/>
            <a:chExt cx="6148859" cy="32323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571" y="-1183"/>
              <a:ext cx="6146346" cy="3225358"/>
            </a:xfrm>
            <a:custGeom>
              <a:avLst/>
              <a:gdLst/>
              <a:ahLst/>
              <a:cxnLst/>
              <a:rect r="r" b="b" t="t" l="l"/>
              <a:pathLst>
                <a:path h="3225358" w="6146346">
                  <a:moveTo>
                    <a:pt x="6146141" y="2853965"/>
                  </a:moveTo>
                  <a:cubicBezTo>
                    <a:pt x="6142853" y="2047922"/>
                    <a:pt x="6103395" y="958232"/>
                    <a:pt x="6103395" y="154229"/>
                  </a:cubicBezTo>
                  <a:cubicBezTo>
                    <a:pt x="6103395" y="141986"/>
                    <a:pt x="6106683" y="129742"/>
                    <a:pt x="6106683" y="119539"/>
                  </a:cubicBezTo>
                  <a:cubicBezTo>
                    <a:pt x="6103395" y="117498"/>
                    <a:pt x="6100107" y="117498"/>
                    <a:pt x="6096819" y="115458"/>
                  </a:cubicBezTo>
                  <a:cubicBezTo>
                    <a:pt x="6096819" y="115458"/>
                    <a:pt x="6093530" y="117498"/>
                    <a:pt x="6093530" y="119539"/>
                  </a:cubicBezTo>
                  <a:cubicBezTo>
                    <a:pt x="6086954" y="129742"/>
                    <a:pt x="6073802" y="129742"/>
                    <a:pt x="6060649" y="129742"/>
                  </a:cubicBezTo>
                  <a:cubicBezTo>
                    <a:pt x="6044208" y="127701"/>
                    <a:pt x="6027767" y="117498"/>
                    <a:pt x="6008038" y="121579"/>
                  </a:cubicBezTo>
                  <a:cubicBezTo>
                    <a:pt x="6001462" y="123620"/>
                    <a:pt x="5988309" y="119539"/>
                    <a:pt x="5985022" y="115458"/>
                  </a:cubicBezTo>
                  <a:cubicBezTo>
                    <a:pt x="5975157" y="107295"/>
                    <a:pt x="5962004" y="107295"/>
                    <a:pt x="5948852" y="111376"/>
                  </a:cubicBezTo>
                  <a:cubicBezTo>
                    <a:pt x="5942275" y="113417"/>
                    <a:pt x="5935699" y="111376"/>
                    <a:pt x="5929122" y="111376"/>
                  </a:cubicBezTo>
                  <a:cubicBezTo>
                    <a:pt x="5919258" y="111376"/>
                    <a:pt x="5906105" y="109336"/>
                    <a:pt x="5896241" y="107295"/>
                  </a:cubicBezTo>
                  <a:cubicBezTo>
                    <a:pt x="5892953" y="107295"/>
                    <a:pt x="5886377" y="105254"/>
                    <a:pt x="5883088" y="105254"/>
                  </a:cubicBezTo>
                  <a:cubicBezTo>
                    <a:pt x="5873224" y="103214"/>
                    <a:pt x="5863359" y="97092"/>
                    <a:pt x="5853495" y="105254"/>
                  </a:cubicBezTo>
                  <a:cubicBezTo>
                    <a:pt x="5853495" y="105254"/>
                    <a:pt x="5846918" y="105254"/>
                    <a:pt x="5843631" y="103214"/>
                  </a:cubicBezTo>
                  <a:cubicBezTo>
                    <a:pt x="5840342" y="99133"/>
                    <a:pt x="5837054" y="93011"/>
                    <a:pt x="5833766" y="88930"/>
                  </a:cubicBezTo>
                  <a:cubicBezTo>
                    <a:pt x="5827190" y="82808"/>
                    <a:pt x="5827190" y="72605"/>
                    <a:pt x="5817325" y="68523"/>
                  </a:cubicBezTo>
                  <a:cubicBezTo>
                    <a:pt x="5810749" y="66483"/>
                    <a:pt x="5807461" y="64442"/>
                    <a:pt x="5804173" y="60361"/>
                  </a:cubicBezTo>
                  <a:cubicBezTo>
                    <a:pt x="5804173" y="58320"/>
                    <a:pt x="5797596" y="56280"/>
                    <a:pt x="5797596" y="54239"/>
                  </a:cubicBezTo>
                  <a:lnTo>
                    <a:pt x="5787732" y="48117"/>
                  </a:lnTo>
                  <a:cubicBezTo>
                    <a:pt x="5784444" y="44036"/>
                    <a:pt x="5781155" y="37914"/>
                    <a:pt x="5774579" y="35873"/>
                  </a:cubicBezTo>
                  <a:cubicBezTo>
                    <a:pt x="5761427" y="29752"/>
                    <a:pt x="5758138" y="21589"/>
                    <a:pt x="5764715" y="11386"/>
                  </a:cubicBezTo>
                  <a:cubicBezTo>
                    <a:pt x="5754850" y="9345"/>
                    <a:pt x="5748274" y="5264"/>
                    <a:pt x="5738410" y="5264"/>
                  </a:cubicBezTo>
                  <a:cubicBezTo>
                    <a:pt x="5698951" y="7305"/>
                    <a:pt x="5656206" y="11386"/>
                    <a:pt x="5616747" y="13427"/>
                  </a:cubicBezTo>
                  <a:cubicBezTo>
                    <a:pt x="5610171" y="13427"/>
                    <a:pt x="5600306" y="15467"/>
                    <a:pt x="5597019" y="17508"/>
                  </a:cubicBezTo>
                  <a:cubicBezTo>
                    <a:pt x="5570713" y="27711"/>
                    <a:pt x="5544408" y="19549"/>
                    <a:pt x="5518102" y="17508"/>
                  </a:cubicBezTo>
                  <a:cubicBezTo>
                    <a:pt x="5498374" y="17508"/>
                    <a:pt x="5478645" y="11386"/>
                    <a:pt x="5458916" y="9345"/>
                  </a:cubicBezTo>
                  <a:cubicBezTo>
                    <a:pt x="5435899" y="7305"/>
                    <a:pt x="5416170" y="9345"/>
                    <a:pt x="5393153" y="7305"/>
                  </a:cubicBezTo>
                  <a:cubicBezTo>
                    <a:pt x="5389865" y="7305"/>
                    <a:pt x="5386576" y="5264"/>
                    <a:pt x="5383288" y="3224"/>
                  </a:cubicBezTo>
                  <a:cubicBezTo>
                    <a:pt x="5376712" y="-1357"/>
                    <a:pt x="5363559" y="-87"/>
                    <a:pt x="5356983" y="1183"/>
                  </a:cubicBezTo>
                  <a:cubicBezTo>
                    <a:pt x="5347118" y="5264"/>
                    <a:pt x="5343831" y="11386"/>
                    <a:pt x="5337254" y="17508"/>
                  </a:cubicBezTo>
                  <a:cubicBezTo>
                    <a:pt x="5320813" y="19549"/>
                    <a:pt x="5297796" y="21589"/>
                    <a:pt x="5281355" y="27711"/>
                  </a:cubicBezTo>
                  <a:cubicBezTo>
                    <a:pt x="5268203" y="31792"/>
                    <a:pt x="5261626" y="33833"/>
                    <a:pt x="5251762" y="29752"/>
                  </a:cubicBezTo>
                  <a:lnTo>
                    <a:pt x="5248474" y="31792"/>
                  </a:lnTo>
                  <a:cubicBezTo>
                    <a:pt x="5255050" y="35873"/>
                    <a:pt x="5258338" y="41995"/>
                    <a:pt x="5264914" y="46077"/>
                  </a:cubicBezTo>
                  <a:cubicBezTo>
                    <a:pt x="5255050" y="48117"/>
                    <a:pt x="5241897" y="52198"/>
                    <a:pt x="5235321" y="50158"/>
                  </a:cubicBezTo>
                  <a:cubicBezTo>
                    <a:pt x="5218880" y="48117"/>
                    <a:pt x="5212304" y="52198"/>
                    <a:pt x="5199151" y="56280"/>
                  </a:cubicBezTo>
                  <a:cubicBezTo>
                    <a:pt x="5185999" y="62402"/>
                    <a:pt x="5169558" y="66483"/>
                    <a:pt x="5156405" y="70564"/>
                  </a:cubicBezTo>
                  <a:cubicBezTo>
                    <a:pt x="5153117" y="70564"/>
                    <a:pt x="5149829" y="70564"/>
                    <a:pt x="5146541" y="68523"/>
                  </a:cubicBezTo>
                  <a:cubicBezTo>
                    <a:pt x="5143252" y="68523"/>
                    <a:pt x="5139964" y="66483"/>
                    <a:pt x="5139964" y="66483"/>
                  </a:cubicBezTo>
                  <a:cubicBezTo>
                    <a:pt x="5123523" y="70564"/>
                    <a:pt x="5107083" y="74645"/>
                    <a:pt x="5090642" y="70564"/>
                  </a:cubicBezTo>
                  <a:cubicBezTo>
                    <a:pt x="5087354" y="70564"/>
                    <a:pt x="5087354" y="72605"/>
                    <a:pt x="5084065" y="72605"/>
                  </a:cubicBezTo>
                  <a:cubicBezTo>
                    <a:pt x="5064337" y="76686"/>
                    <a:pt x="5051184" y="90970"/>
                    <a:pt x="5024879" y="90970"/>
                  </a:cubicBezTo>
                  <a:cubicBezTo>
                    <a:pt x="5005150" y="90970"/>
                    <a:pt x="4985421" y="101173"/>
                    <a:pt x="4965692" y="101173"/>
                  </a:cubicBezTo>
                  <a:cubicBezTo>
                    <a:pt x="4942674" y="103214"/>
                    <a:pt x="4922946" y="107295"/>
                    <a:pt x="4903217" y="113417"/>
                  </a:cubicBezTo>
                  <a:cubicBezTo>
                    <a:pt x="4896640" y="115458"/>
                    <a:pt x="4890064" y="115458"/>
                    <a:pt x="4886776" y="115458"/>
                  </a:cubicBezTo>
                  <a:cubicBezTo>
                    <a:pt x="4870335" y="111376"/>
                    <a:pt x="4860470" y="117498"/>
                    <a:pt x="4853894" y="123620"/>
                  </a:cubicBezTo>
                  <a:cubicBezTo>
                    <a:pt x="4837454" y="137904"/>
                    <a:pt x="4811148" y="141986"/>
                    <a:pt x="4788131" y="146067"/>
                  </a:cubicBezTo>
                  <a:cubicBezTo>
                    <a:pt x="4758538" y="150148"/>
                    <a:pt x="4728944" y="152189"/>
                    <a:pt x="4699351" y="154229"/>
                  </a:cubicBezTo>
                  <a:cubicBezTo>
                    <a:pt x="4696063" y="154229"/>
                    <a:pt x="4692775" y="160351"/>
                    <a:pt x="4686199" y="162392"/>
                  </a:cubicBezTo>
                  <a:cubicBezTo>
                    <a:pt x="4682910" y="162392"/>
                    <a:pt x="4679622" y="160351"/>
                    <a:pt x="4679622" y="160351"/>
                  </a:cubicBezTo>
                  <a:cubicBezTo>
                    <a:pt x="4663181" y="172595"/>
                    <a:pt x="4653317" y="190960"/>
                    <a:pt x="4620435" y="188920"/>
                  </a:cubicBezTo>
                  <a:lnTo>
                    <a:pt x="4617147" y="188920"/>
                  </a:lnTo>
                  <a:cubicBezTo>
                    <a:pt x="4590842" y="199123"/>
                    <a:pt x="4564536" y="195042"/>
                    <a:pt x="4541519" y="190960"/>
                  </a:cubicBezTo>
                  <a:cubicBezTo>
                    <a:pt x="4534943" y="190960"/>
                    <a:pt x="4525079" y="186879"/>
                    <a:pt x="4521790" y="182798"/>
                  </a:cubicBezTo>
                  <a:cubicBezTo>
                    <a:pt x="4511926" y="170554"/>
                    <a:pt x="4485620" y="166473"/>
                    <a:pt x="4465891" y="170554"/>
                  </a:cubicBezTo>
                  <a:cubicBezTo>
                    <a:pt x="4449451" y="174635"/>
                    <a:pt x="4433010" y="176676"/>
                    <a:pt x="4416569" y="180757"/>
                  </a:cubicBezTo>
                  <a:cubicBezTo>
                    <a:pt x="4390264" y="184839"/>
                    <a:pt x="4367247" y="186879"/>
                    <a:pt x="4340942" y="178717"/>
                  </a:cubicBezTo>
                  <a:cubicBezTo>
                    <a:pt x="4314636" y="170554"/>
                    <a:pt x="4294907" y="176676"/>
                    <a:pt x="4281755" y="195042"/>
                  </a:cubicBezTo>
                  <a:cubicBezTo>
                    <a:pt x="4271890" y="207285"/>
                    <a:pt x="4245585" y="209326"/>
                    <a:pt x="4229144" y="199123"/>
                  </a:cubicBezTo>
                  <a:cubicBezTo>
                    <a:pt x="4219279" y="193001"/>
                    <a:pt x="4212703" y="195042"/>
                    <a:pt x="4202839" y="199123"/>
                  </a:cubicBezTo>
                  <a:lnTo>
                    <a:pt x="4183110" y="211367"/>
                  </a:lnTo>
                  <a:cubicBezTo>
                    <a:pt x="4179822" y="213407"/>
                    <a:pt x="4173245" y="213407"/>
                    <a:pt x="4169957" y="213407"/>
                  </a:cubicBezTo>
                  <a:lnTo>
                    <a:pt x="4150228" y="213407"/>
                  </a:lnTo>
                  <a:cubicBezTo>
                    <a:pt x="4137075" y="213407"/>
                    <a:pt x="4123923" y="211367"/>
                    <a:pt x="4110770" y="209326"/>
                  </a:cubicBezTo>
                  <a:cubicBezTo>
                    <a:pt x="4094330" y="207285"/>
                    <a:pt x="4081177" y="201163"/>
                    <a:pt x="4064736" y="199123"/>
                  </a:cubicBezTo>
                  <a:cubicBezTo>
                    <a:pt x="4038431" y="197082"/>
                    <a:pt x="4031854" y="182798"/>
                    <a:pt x="4021990" y="172595"/>
                  </a:cubicBezTo>
                  <a:cubicBezTo>
                    <a:pt x="4015414" y="166473"/>
                    <a:pt x="4002261" y="158310"/>
                    <a:pt x="3989109" y="160351"/>
                  </a:cubicBezTo>
                  <a:cubicBezTo>
                    <a:pt x="3975956" y="164432"/>
                    <a:pt x="3962803" y="160351"/>
                    <a:pt x="3952939" y="158310"/>
                  </a:cubicBezTo>
                  <a:cubicBezTo>
                    <a:pt x="3949650" y="158310"/>
                    <a:pt x="3943074" y="156270"/>
                    <a:pt x="3939786" y="156270"/>
                  </a:cubicBezTo>
                  <a:cubicBezTo>
                    <a:pt x="3916769" y="152189"/>
                    <a:pt x="3900328" y="160351"/>
                    <a:pt x="3883887" y="170554"/>
                  </a:cubicBezTo>
                  <a:lnTo>
                    <a:pt x="3870735" y="178717"/>
                  </a:lnTo>
                  <a:cubicBezTo>
                    <a:pt x="3867447" y="180757"/>
                    <a:pt x="3867447" y="184839"/>
                    <a:pt x="3864158" y="186879"/>
                  </a:cubicBezTo>
                  <a:cubicBezTo>
                    <a:pt x="3844429" y="197082"/>
                    <a:pt x="3824700" y="193001"/>
                    <a:pt x="3801683" y="186879"/>
                  </a:cubicBezTo>
                  <a:cubicBezTo>
                    <a:pt x="3781954" y="180757"/>
                    <a:pt x="3758937" y="186879"/>
                    <a:pt x="3752361" y="199123"/>
                  </a:cubicBezTo>
                  <a:cubicBezTo>
                    <a:pt x="3749073" y="207285"/>
                    <a:pt x="3745785" y="213407"/>
                    <a:pt x="3729344" y="217488"/>
                  </a:cubicBezTo>
                  <a:cubicBezTo>
                    <a:pt x="3712903" y="223610"/>
                    <a:pt x="3693174" y="227691"/>
                    <a:pt x="3689886" y="241976"/>
                  </a:cubicBezTo>
                  <a:cubicBezTo>
                    <a:pt x="3689886" y="244016"/>
                    <a:pt x="3686598" y="246057"/>
                    <a:pt x="3683309" y="246057"/>
                  </a:cubicBezTo>
                  <a:cubicBezTo>
                    <a:pt x="3673445" y="248098"/>
                    <a:pt x="3666869" y="250138"/>
                    <a:pt x="3657004" y="252179"/>
                  </a:cubicBezTo>
                  <a:lnTo>
                    <a:pt x="3627411" y="252179"/>
                  </a:lnTo>
                  <a:cubicBezTo>
                    <a:pt x="3607682" y="250138"/>
                    <a:pt x="3587953" y="246057"/>
                    <a:pt x="3568224" y="244016"/>
                  </a:cubicBezTo>
                  <a:cubicBezTo>
                    <a:pt x="3545207" y="241976"/>
                    <a:pt x="3525478" y="250138"/>
                    <a:pt x="3502461" y="252179"/>
                  </a:cubicBezTo>
                  <a:lnTo>
                    <a:pt x="3499173" y="254219"/>
                  </a:lnTo>
                  <a:cubicBezTo>
                    <a:pt x="3492597" y="260341"/>
                    <a:pt x="3482732" y="258301"/>
                    <a:pt x="3476156" y="254219"/>
                  </a:cubicBezTo>
                  <a:cubicBezTo>
                    <a:pt x="3463003" y="246057"/>
                    <a:pt x="3439985" y="244016"/>
                    <a:pt x="3423545" y="248098"/>
                  </a:cubicBezTo>
                  <a:cubicBezTo>
                    <a:pt x="3403816" y="254219"/>
                    <a:pt x="3384087" y="258301"/>
                    <a:pt x="3364358" y="262382"/>
                  </a:cubicBezTo>
                  <a:cubicBezTo>
                    <a:pt x="3357782" y="262382"/>
                    <a:pt x="3351206" y="260341"/>
                    <a:pt x="3347917" y="260341"/>
                  </a:cubicBezTo>
                  <a:cubicBezTo>
                    <a:pt x="3341341" y="260341"/>
                    <a:pt x="3331477" y="258301"/>
                    <a:pt x="3328188" y="260341"/>
                  </a:cubicBezTo>
                  <a:cubicBezTo>
                    <a:pt x="3301883" y="272585"/>
                    <a:pt x="3275578" y="268504"/>
                    <a:pt x="3252560" y="260341"/>
                  </a:cubicBezTo>
                  <a:cubicBezTo>
                    <a:pt x="3239408" y="256260"/>
                    <a:pt x="3219679" y="252179"/>
                    <a:pt x="3213103" y="239935"/>
                  </a:cubicBezTo>
                  <a:cubicBezTo>
                    <a:pt x="3209814" y="231773"/>
                    <a:pt x="3196662" y="223610"/>
                    <a:pt x="3186797" y="217488"/>
                  </a:cubicBezTo>
                  <a:cubicBezTo>
                    <a:pt x="3170357" y="207285"/>
                    <a:pt x="3153916" y="193001"/>
                    <a:pt x="3124322" y="193001"/>
                  </a:cubicBezTo>
                  <a:cubicBezTo>
                    <a:pt x="3117746" y="193001"/>
                    <a:pt x="3111170" y="184839"/>
                    <a:pt x="3107882" y="186879"/>
                  </a:cubicBezTo>
                  <a:cubicBezTo>
                    <a:pt x="3094729" y="188920"/>
                    <a:pt x="3094729" y="184839"/>
                    <a:pt x="3088153" y="180757"/>
                  </a:cubicBezTo>
                  <a:cubicBezTo>
                    <a:pt x="3081577" y="176676"/>
                    <a:pt x="3071712" y="172595"/>
                    <a:pt x="3065136" y="166473"/>
                  </a:cubicBezTo>
                  <a:cubicBezTo>
                    <a:pt x="3055271" y="158310"/>
                    <a:pt x="3045406" y="148107"/>
                    <a:pt x="3035542" y="139945"/>
                  </a:cubicBezTo>
                  <a:cubicBezTo>
                    <a:pt x="3025678" y="131782"/>
                    <a:pt x="3019101" y="121579"/>
                    <a:pt x="3009237" y="113417"/>
                  </a:cubicBezTo>
                  <a:cubicBezTo>
                    <a:pt x="3005949" y="111376"/>
                    <a:pt x="2996084" y="109336"/>
                    <a:pt x="2992796" y="111376"/>
                  </a:cubicBezTo>
                  <a:lnTo>
                    <a:pt x="2953338" y="123620"/>
                  </a:lnTo>
                  <a:cubicBezTo>
                    <a:pt x="2946762" y="125661"/>
                    <a:pt x="2943474" y="129742"/>
                    <a:pt x="2940186" y="133823"/>
                  </a:cubicBezTo>
                  <a:lnTo>
                    <a:pt x="2936897" y="131782"/>
                  </a:lnTo>
                  <a:cubicBezTo>
                    <a:pt x="2940186" y="125661"/>
                    <a:pt x="2943474" y="119539"/>
                    <a:pt x="2946762" y="117498"/>
                  </a:cubicBezTo>
                  <a:lnTo>
                    <a:pt x="2907304" y="111376"/>
                  </a:lnTo>
                  <a:cubicBezTo>
                    <a:pt x="2897439" y="109336"/>
                    <a:pt x="2880998" y="109336"/>
                    <a:pt x="2874422" y="109336"/>
                  </a:cubicBezTo>
                  <a:lnTo>
                    <a:pt x="2821812" y="109336"/>
                  </a:lnTo>
                  <a:cubicBezTo>
                    <a:pt x="2802083" y="109336"/>
                    <a:pt x="2785642" y="107295"/>
                    <a:pt x="2765913" y="109336"/>
                  </a:cubicBezTo>
                  <a:cubicBezTo>
                    <a:pt x="2752761" y="111376"/>
                    <a:pt x="2742896" y="107295"/>
                    <a:pt x="2733031" y="103214"/>
                  </a:cubicBezTo>
                  <a:cubicBezTo>
                    <a:pt x="2706726" y="90970"/>
                    <a:pt x="2680421" y="76686"/>
                    <a:pt x="2644251" y="82808"/>
                  </a:cubicBezTo>
                  <a:cubicBezTo>
                    <a:pt x="2640963" y="82808"/>
                    <a:pt x="2634387" y="80767"/>
                    <a:pt x="2631098" y="78726"/>
                  </a:cubicBezTo>
                  <a:cubicBezTo>
                    <a:pt x="2621234" y="76686"/>
                    <a:pt x="2614658" y="72605"/>
                    <a:pt x="2601505" y="68523"/>
                  </a:cubicBezTo>
                  <a:cubicBezTo>
                    <a:pt x="2601505" y="74645"/>
                    <a:pt x="2601505" y="76686"/>
                    <a:pt x="2604793" y="80767"/>
                  </a:cubicBezTo>
                  <a:cubicBezTo>
                    <a:pt x="2598217" y="84848"/>
                    <a:pt x="2594929" y="82808"/>
                    <a:pt x="2591641" y="80767"/>
                  </a:cubicBezTo>
                  <a:cubicBezTo>
                    <a:pt x="2588353" y="82808"/>
                    <a:pt x="2585064" y="86889"/>
                    <a:pt x="2581776" y="86889"/>
                  </a:cubicBezTo>
                  <a:cubicBezTo>
                    <a:pt x="2565335" y="90970"/>
                    <a:pt x="2548895" y="93011"/>
                    <a:pt x="2532454" y="97092"/>
                  </a:cubicBezTo>
                  <a:cubicBezTo>
                    <a:pt x="2525878" y="99133"/>
                    <a:pt x="2519301" y="101173"/>
                    <a:pt x="2516013" y="103214"/>
                  </a:cubicBezTo>
                  <a:cubicBezTo>
                    <a:pt x="2502860" y="109336"/>
                    <a:pt x="2492996" y="119539"/>
                    <a:pt x="2469979" y="117498"/>
                  </a:cubicBezTo>
                  <a:cubicBezTo>
                    <a:pt x="2466690" y="117498"/>
                    <a:pt x="2460114" y="121579"/>
                    <a:pt x="2453538" y="121579"/>
                  </a:cubicBezTo>
                  <a:cubicBezTo>
                    <a:pt x="2446962" y="123620"/>
                    <a:pt x="2437097" y="123620"/>
                    <a:pt x="2430521" y="125661"/>
                  </a:cubicBezTo>
                  <a:lnTo>
                    <a:pt x="2423945" y="125661"/>
                  </a:lnTo>
                  <a:cubicBezTo>
                    <a:pt x="2404215" y="129742"/>
                    <a:pt x="2387775" y="133823"/>
                    <a:pt x="2368046" y="135864"/>
                  </a:cubicBezTo>
                  <a:lnTo>
                    <a:pt x="2354893" y="135864"/>
                  </a:lnTo>
                  <a:cubicBezTo>
                    <a:pt x="2338452" y="135864"/>
                    <a:pt x="2325300" y="133823"/>
                    <a:pt x="2308859" y="133823"/>
                  </a:cubicBezTo>
                  <a:cubicBezTo>
                    <a:pt x="2292418" y="133823"/>
                    <a:pt x="2275977" y="137904"/>
                    <a:pt x="2259537" y="137904"/>
                  </a:cubicBezTo>
                  <a:cubicBezTo>
                    <a:pt x="2239807" y="137904"/>
                    <a:pt x="2216790" y="137904"/>
                    <a:pt x="2200350" y="129742"/>
                  </a:cubicBezTo>
                  <a:cubicBezTo>
                    <a:pt x="2197062" y="127701"/>
                    <a:pt x="2187197" y="127701"/>
                    <a:pt x="2180621" y="129742"/>
                  </a:cubicBezTo>
                  <a:cubicBezTo>
                    <a:pt x="2157603" y="131782"/>
                    <a:pt x="2134586" y="133823"/>
                    <a:pt x="2114857" y="137904"/>
                  </a:cubicBezTo>
                  <a:cubicBezTo>
                    <a:pt x="2095128" y="141986"/>
                    <a:pt x="2085264" y="137904"/>
                    <a:pt x="2078688" y="127701"/>
                  </a:cubicBezTo>
                  <a:cubicBezTo>
                    <a:pt x="2075400" y="123620"/>
                    <a:pt x="2068823" y="119539"/>
                    <a:pt x="2062247" y="115458"/>
                  </a:cubicBezTo>
                  <a:cubicBezTo>
                    <a:pt x="2052382" y="111376"/>
                    <a:pt x="2042518" y="105254"/>
                    <a:pt x="2032654" y="105254"/>
                  </a:cubicBezTo>
                  <a:cubicBezTo>
                    <a:pt x="2009636" y="105254"/>
                    <a:pt x="1996484" y="97092"/>
                    <a:pt x="1980043" y="90970"/>
                  </a:cubicBezTo>
                  <a:cubicBezTo>
                    <a:pt x="1953738" y="80767"/>
                    <a:pt x="1930720" y="68523"/>
                    <a:pt x="1897839" y="70564"/>
                  </a:cubicBezTo>
                  <a:lnTo>
                    <a:pt x="1897839" y="60361"/>
                  </a:lnTo>
                  <a:cubicBezTo>
                    <a:pt x="1904415" y="60361"/>
                    <a:pt x="1910992" y="60361"/>
                    <a:pt x="1917568" y="58320"/>
                  </a:cubicBezTo>
                  <a:cubicBezTo>
                    <a:pt x="1907703" y="54239"/>
                    <a:pt x="1907703" y="48117"/>
                    <a:pt x="1901127" y="44036"/>
                  </a:cubicBezTo>
                  <a:cubicBezTo>
                    <a:pt x="1887974" y="37914"/>
                    <a:pt x="1874822" y="35873"/>
                    <a:pt x="1861669" y="31792"/>
                  </a:cubicBezTo>
                  <a:cubicBezTo>
                    <a:pt x="1851805" y="29752"/>
                    <a:pt x="1838652" y="29752"/>
                    <a:pt x="1845228" y="39955"/>
                  </a:cubicBezTo>
                  <a:cubicBezTo>
                    <a:pt x="1828788" y="41995"/>
                    <a:pt x="1815635" y="41995"/>
                    <a:pt x="1809058" y="46077"/>
                  </a:cubicBezTo>
                  <a:cubicBezTo>
                    <a:pt x="1795906" y="52198"/>
                    <a:pt x="1782753" y="48117"/>
                    <a:pt x="1772889" y="44036"/>
                  </a:cubicBezTo>
                  <a:cubicBezTo>
                    <a:pt x="1766312" y="41995"/>
                    <a:pt x="1759736" y="39955"/>
                    <a:pt x="1753160" y="41995"/>
                  </a:cubicBezTo>
                  <a:cubicBezTo>
                    <a:pt x="1713702" y="54239"/>
                    <a:pt x="1674244" y="48117"/>
                    <a:pt x="1634786" y="48117"/>
                  </a:cubicBezTo>
                  <a:cubicBezTo>
                    <a:pt x="1628210" y="48117"/>
                    <a:pt x="1621634" y="46077"/>
                    <a:pt x="1611769" y="46077"/>
                  </a:cubicBezTo>
                  <a:cubicBezTo>
                    <a:pt x="1598616" y="44036"/>
                    <a:pt x="1588752" y="39955"/>
                    <a:pt x="1575599" y="37914"/>
                  </a:cubicBezTo>
                  <a:cubicBezTo>
                    <a:pt x="1562447" y="35873"/>
                    <a:pt x="1546006" y="33833"/>
                    <a:pt x="1532853" y="31792"/>
                  </a:cubicBezTo>
                  <a:lnTo>
                    <a:pt x="1522989" y="31792"/>
                  </a:lnTo>
                  <a:cubicBezTo>
                    <a:pt x="1499972" y="31792"/>
                    <a:pt x="1476955" y="33833"/>
                    <a:pt x="1457226" y="33833"/>
                  </a:cubicBezTo>
                  <a:cubicBezTo>
                    <a:pt x="1440785" y="33833"/>
                    <a:pt x="1424344" y="29752"/>
                    <a:pt x="1404615" y="27711"/>
                  </a:cubicBezTo>
                  <a:cubicBezTo>
                    <a:pt x="1401327" y="11386"/>
                    <a:pt x="1375022" y="15467"/>
                    <a:pt x="1358581" y="7305"/>
                  </a:cubicBezTo>
                  <a:cubicBezTo>
                    <a:pt x="1355293" y="5264"/>
                    <a:pt x="1348716" y="7305"/>
                    <a:pt x="1345428" y="7305"/>
                  </a:cubicBezTo>
                  <a:cubicBezTo>
                    <a:pt x="1325699" y="5264"/>
                    <a:pt x="1312547" y="11386"/>
                    <a:pt x="1305970" y="21589"/>
                  </a:cubicBezTo>
                  <a:cubicBezTo>
                    <a:pt x="1296106" y="31792"/>
                    <a:pt x="1269800" y="35873"/>
                    <a:pt x="1279665" y="52198"/>
                  </a:cubicBezTo>
                  <a:cubicBezTo>
                    <a:pt x="1282953" y="54239"/>
                    <a:pt x="1289529" y="56280"/>
                    <a:pt x="1292818" y="60361"/>
                  </a:cubicBezTo>
                  <a:cubicBezTo>
                    <a:pt x="1292818" y="66483"/>
                    <a:pt x="1289529" y="70564"/>
                    <a:pt x="1279665" y="68523"/>
                  </a:cubicBezTo>
                  <a:cubicBezTo>
                    <a:pt x="1276377" y="68523"/>
                    <a:pt x="1273089" y="72605"/>
                    <a:pt x="1269800" y="74645"/>
                  </a:cubicBezTo>
                  <a:cubicBezTo>
                    <a:pt x="1266512" y="76686"/>
                    <a:pt x="1266512" y="80767"/>
                    <a:pt x="1263224" y="80767"/>
                  </a:cubicBezTo>
                  <a:cubicBezTo>
                    <a:pt x="1243495" y="84848"/>
                    <a:pt x="1230343" y="95051"/>
                    <a:pt x="1207325" y="93011"/>
                  </a:cubicBezTo>
                  <a:lnTo>
                    <a:pt x="1200749" y="93011"/>
                  </a:lnTo>
                  <a:cubicBezTo>
                    <a:pt x="1181020" y="103214"/>
                    <a:pt x="1161291" y="101173"/>
                    <a:pt x="1138274" y="99133"/>
                  </a:cubicBezTo>
                  <a:cubicBezTo>
                    <a:pt x="1128410" y="97092"/>
                    <a:pt x="1115257" y="99133"/>
                    <a:pt x="1102104" y="99133"/>
                  </a:cubicBezTo>
                  <a:cubicBezTo>
                    <a:pt x="1092240" y="99133"/>
                    <a:pt x="1082375" y="99133"/>
                    <a:pt x="1072511" y="95051"/>
                  </a:cubicBezTo>
                  <a:cubicBezTo>
                    <a:pt x="1059358" y="90970"/>
                    <a:pt x="1046206" y="84848"/>
                    <a:pt x="1033053" y="80767"/>
                  </a:cubicBezTo>
                  <a:cubicBezTo>
                    <a:pt x="1019900" y="76686"/>
                    <a:pt x="1003459" y="76686"/>
                    <a:pt x="1003459" y="62402"/>
                  </a:cubicBezTo>
                  <a:cubicBezTo>
                    <a:pt x="1003459" y="60361"/>
                    <a:pt x="996883" y="58320"/>
                    <a:pt x="996883" y="56280"/>
                  </a:cubicBezTo>
                  <a:cubicBezTo>
                    <a:pt x="973866" y="68523"/>
                    <a:pt x="954137" y="78726"/>
                    <a:pt x="934408" y="88930"/>
                  </a:cubicBezTo>
                  <a:cubicBezTo>
                    <a:pt x="924544" y="95051"/>
                    <a:pt x="911391" y="103214"/>
                    <a:pt x="917967" y="113417"/>
                  </a:cubicBezTo>
                  <a:cubicBezTo>
                    <a:pt x="917967" y="115458"/>
                    <a:pt x="914679" y="117498"/>
                    <a:pt x="914679" y="119539"/>
                  </a:cubicBezTo>
                  <a:cubicBezTo>
                    <a:pt x="911391" y="123620"/>
                    <a:pt x="908103" y="127701"/>
                    <a:pt x="901527" y="129742"/>
                  </a:cubicBezTo>
                  <a:cubicBezTo>
                    <a:pt x="894950" y="135864"/>
                    <a:pt x="888374" y="141986"/>
                    <a:pt x="881798" y="150148"/>
                  </a:cubicBezTo>
                  <a:lnTo>
                    <a:pt x="862069" y="162392"/>
                  </a:lnTo>
                  <a:cubicBezTo>
                    <a:pt x="855492" y="168514"/>
                    <a:pt x="848916" y="174635"/>
                    <a:pt x="839052" y="178717"/>
                  </a:cubicBezTo>
                  <a:cubicBezTo>
                    <a:pt x="816034" y="190960"/>
                    <a:pt x="793017" y="203204"/>
                    <a:pt x="766712" y="215448"/>
                  </a:cubicBezTo>
                  <a:cubicBezTo>
                    <a:pt x="753559" y="223610"/>
                    <a:pt x="737119" y="229732"/>
                    <a:pt x="723966" y="237895"/>
                  </a:cubicBezTo>
                  <a:cubicBezTo>
                    <a:pt x="700949" y="250138"/>
                    <a:pt x="674644" y="260341"/>
                    <a:pt x="661491" y="278707"/>
                  </a:cubicBezTo>
                  <a:cubicBezTo>
                    <a:pt x="661491" y="280748"/>
                    <a:pt x="654915" y="282788"/>
                    <a:pt x="651626" y="284829"/>
                  </a:cubicBezTo>
                  <a:cubicBezTo>
                    <a:pt x="635186" y="292991"/>
                    <a:pt x="608880" y="292991"/>
                    <a:pt x="608880" y="309316"/>
                  </a:cubicBezTo>
                  <a:cubicBezTo>
                    <a:pt x="582575" y="309316"/>
                    <a:pt x="569422" y="321560"/>
                    <a:pt x="556270" y="331763"/>
                  </a:cubicBezTo>
                  <a:cubicBezTo>
                    <a:pt x="546405" y="339925"/>
                    <a:pt x="536541" y="350129"/>
                    <a:pt x="523388" y="356250"/>
                  </a:cubicBezTo>
                  <a:cubicBezTo>
                    <a:pt x="510236" y="360332"/>
                    <a:pt x="493795" y="358291"/>
                    <a:pt x="477354" y="358291"/>
                  </a:cubicBezTo>
                  <a:cubicBezTo>
                    <a:pt x="470778" y="358291"/>
                    <a:pt x="464201" y="358291"/>
                    <a:pt x="464201" y="360332"/>
                  </a:cubicBezTo>
                  <a:cubicBezTo>
                    <a:pt x="451049" y="368494"/>
                    <a:pt x="434608" y="374616"/>
                    <a:pt x="424743" y="384819"/>
                  </a:cubicBezTo>
                  <a:cubicBezTo>
                    <a:pt x="414879" y="395022"/>
                    <a:pt x="405014" y="401144"/>
                    <a:pt x="388574" y="403185"/>
                  </a:cubicBezTo>
                  <a:cubicBezTo>
                    <a:pt x="372133" y="405225"/>
                    <a:pt x="355692" y="415428"/>
                    <a:pt x="332675" y="409306"/>
                  </a:cubicBezTo>
                  <a:cubicBezTo>
                    <a:pt x="312946" y="405225"/>
                    <a:pt x="289929" y="409306"/>
                    <a:pt x="276776" y="401144"/>
                  </a:cubicBezTo>
                  <a:cubicBezTo>
                    <a:pt x="250471" y="403185"/>
                    <a:pt x="230742" y="407266"/>
                    <a:pt x="207725" y="409306"/>
                  </a:cubicBezTo>
                  <a:cubicBezTo>
                    <a:pt x="181420" y="413388"/>
                    <a:pt x="151826" y="411347"/>
                    <a:pt x="128809" y="423591"/>
                  </a:cubicBezTo>
                  <a:cubicBezTo>
                    <a:pt x="109080" y="433794"/>
                    <a:pt x="92639" y="443997"/>
                    <a:pt x="63046" y="441956"/>
                  </a:cubicBezTo>
                  <a:cubicBezTo>
                    <a:pt x="66334" y="454200"/>
                    <a:pt x="69622" y="464403"/>
                    <a:pt x="72910" y="476647"/>
                  </a:cubicBezTo>
                  <a:cubicBezTo>
                    <a:pt x="79487" y="509297"/>
                    <a:pt x="86063" y="541947"/>
                    <a:pt x="89351" y="574596"/>
                  </a:cubicBezTo>
                  <a:cubicBezTo>
                    <a:pt x="99216" y="615409"/>
                    <a:pt x="102504" y="654180"/>
                    <a:pt x="95927" y="692952"/>
                  </a:cubicBezTo>
                  <a:cubicBezTo>
                    <a:pt x="89351" y="748049"/>
                    <a:pt x="59758" y="2633579"/>
                    <a:pt x="30164" y="2684594"/>
                  </a:cubicBezTo>
                  <a:lnTo>
                    <a:pt x="571" y="2727447"/>
                  </a:lnTo>
                  <a:cubicBezTo>
                    <a:pt x="-1969" y="2737650"/>
                    <a:pt x="3859" y="2743772"/>
                    <a:pt x="20300" y="2745813"/>
                  </a:cubicBezTo>
                  <a:cubicBezTo>
                    <a:pt x="40029" y="2747854"/>
                    <a:pt x="46605" y="2756016"/>
                    <a:pt x="53181" y="2766219"/>
                  </a:cubicBezTo>
                  <a:cubicBezTo>
                    <a:pt x="59758" y="2782544"/>
                    <a:pt x="49893" y="2798869"/>
                    <a:pt x="63046" y="2815194"/>
                  </a:cubicBezTo>
                  <a:cubicBezTo>
                    <a:pt x="69622" y="2823356"/>
                    <a:pt x="63046" y="2837640"/>
                    <a:pt x="59758" y="2849884"/>
                  </a:cubicBezTo>
                  <a:cubicBezTo>
                    <a:pt x="56469" y="2866209"/>
                    <a:pt x="63046" y="2882534"/>
                    <a:pt x="72910" y="2896818"/>
                  </a:cubicBezTo>
                  <a:cubicBezTo>
                    <a:pt x="95927" y="2921306"/>
                    <a:pt x="99216" y="2949875"/>
                    <a:pt x="99216" y="2976403"/>
                  </a:cubicBezTo>
                  <a:cubicBezTo>
                    <a:pt x="99216" y="2982524"/>
                    <a:pt x="102504" y="2988646"/>
                    <a:pt x="105792" y="2992728"/>
                  </a:cubicBezTo>
                  <a:cubicBezTo>
                    <a:pt x="112368" y="2996809"/>
                    <a:pt x="125521" y="3000890"/>
                    <a:pt x="138673" y="3002931"/>
                  </a:cubicBezTo>
                  <a:lnTo>
                    <a:pt x="217589" y="3027418"/>
                  </a:lnTo>
                  <a:cubicBezTo>
                    <a:pt x="253759" y="3039661"/>
                    <a:pt x="283353" y="3037621"/>
                    <a:pt x="316234" y="3023337"/>
                  </a:cubicBezTo>
                  <a:cubicBezTo>
                    <a:pt x="319522" y="3021296"/>
                    <a:pt x="329387" y="3019255"/>
                    <a:pt x="332675" y="3019255"/>
                  </a:cubicBezTo>
                  <a:cubicBezTo>
                    <a:pt x="355692" y="3021296"/>
                    <a:pt x="378709" y="3021296"/>
                    <a:pt x="398438" y="3033540"/>
                  </a:cubicBezTo>
                  <a:cubicBezTo>
                    <a:pt x="421455" y="3045783"/>
                    <a:pt x="454337" y="3053946"/>
                    <a:pt x="480642" y="3064149"/>
                  </a:cubicBezTo>
                  <a:cubicBezTo>
                    <a:pt x="497083" y="3070271"/>
                    <a:pt x="516812" y="3078433"/>
                    <a:pt x="526676" y="3086596"/>
                  </a:cubicBezTo>
                  <a:cubicBezTo>
                    <a:pt x="533253" y="3090677"/>
                    <a:pt x="539829" y="3094758"/>
                    <a:pt x="546405" y="3096799"/>
                  </a:cubicBezTo>
                  <a:cubicBezTo>
                    <a:pt x="582575" y="3104961"/>
                    <a:pt x="602304" y="3125368"/>
                    <a:pt x="625321" y="3141692"/>
                  </a:cubicBezTo>
                  <a:cubicBezTo>
                    <a:pt x="645050" y="3155977"/>
                    <a:pt x="671355" y="3164139"/>
                    <a:pt x="700949" y="3166180"/>
                  </a:cubicBezTo>
                  <a:cubicBezTo>
                    <a:pt x="733830" y="3170261"/>
                    <a:pt x="766712" y="3172302"/>
                    <a:pt x="799594" y="3176383"/>
                  </a:cubicBezTo>
                  <a:cubicBezTo>
                    <a:pt x="812746" y="3178424"/>
                    <a:pt x="829187" y="3180464"/>
                    <a:pt x="842340" y="3184545"/>
                  </a:cubicBezTo>
                  <a:cubicBezTo>
                    <a:pt x="858780" y="3188627"/>
                    <a:pt x="875221" y="3188627"/>
                    <a:pt x="888374" y="3194749"/>
                  </a:cubicBezTo>
                  <a:cubicBezTo>
                    <a:pt x="908103" y="3204952"/>
                    <a:pt x="927832" y="3211074"/>
                    <a:pt x="954137" y="3206992"/>
                  </a:cubicBezTo>
                  <a:cubicBezTo>
                    <a:pt x="964002" y="3204952"/>
                    <a:pt x="977154" y="3209033"/>
                    <a:pt x="987019" y="3211074"/>
                  </a:cubicBezTo>
                  <a:cubicBezTo>
                    <a:pt x="990307" y="3211074"/>
                    <a:pt x="993595" y="3213114"/>
                    <a:pt x="996883" y="3213114"/>
                  </a:cubicBezTo>
                  <a:cubicBezTo>
                    <a:pt x="1033053" y="3215155"/>
                    <a:pt x="1065935" y="3211074"/>
                    <a:pt x="1098816" y="3206992"/>
                  </a:cubicBezTo>
                  <a:cubicBezTo>
                    <a:pt x="1111969" y="3204952"/>
                    <a:pt x="1125121" y="3202911"/>
                    <a:pt x="1138274" y="3198830"/>
                  </a:cubicBezTo>
                  <a:cubicBezTo>
                    <a:pt x="1174444" y="3188627"/>
                    <a:pt x="1210614" y="3178424"/>
                    <a:pt x="1243495" y="3166180"/>
                  </a:cubicBezTo>
                  <a:cubicBezTo>
                    <a:pt x="1266512" y="3158017"/>
                    <a:pt x="1289529" y="3149855"/>
                    <a:pt x="1315835" y="3158017"/>
                  </a:cubicBezTo>
                  <a:lnTo>
                    <a:pt x="1328987" y="3158017"/>
                  </a:lnTo>
                  <a:cubicBezTo>
                    <a:pt x="1352004" y="3158017"/>
                    <a:pt x="1375022" y="3155977"/>
                    <a:pt x="1394750" y="3153936"/>
                  </a:cubicBezTo>
                  <a:cubicBezTo>
                    <a:pt x="1398039" y="3153936"/>
                    <a:pt x="1404615" y="3153936"/>
                    <a:pt x="1404615" y="3151895"/>
                  </a:cubicBezTo>
                  <a:cubicBezTo>
                    <a:pt x="1414479" y="3143733"/>
                    <a:pt x="1430920" y="3143733"/>
                    <a:pt x="1447361" y="3141692"/>
                  </a:cubicBezTo>
                  <a:cubicBezTo>
                    <a:pt x="1473666" y="3139652"/>
                    <a:pt x="1499972" y="3139652"/>
                    <a:pt x="1519701" y="3129449"/>
                  </a:cubicBezTo>
                  <a:cubicBezTo>
                    <a:pt x="1539430" y="3121286"/>
                    <a:pt x="1559158" y="3119246"/>
                    <a:pt x="1582176" y="3117205"/>
                  </a:cubicBezTo>
                  <a:cubicBezTo>
                    <a:pt x="1585464" y="3117205"/>
                    <a:pt x="1592040" y="3115165"/>
                    <a:pt x="1595328" y="3115165"/>
                  </a:cubicBezTo>
                  <a:cubicBezTo>
                    <a:pt x="1611769" y="3113124"/>
                    <a:pt x="1628210" y="3107002"/>
                    <a:pt x="1641363" y="3109043"/>
                  </a:cubicBezTo>
                  <a:cubicBezTo>
                    <a:pt x="1670956" y="3113124"/>
                    <a:pt x="1684109" y="3107002"/>
                    <a:pt x="1703837" y="3090677"/>
                  </a:cubicBezTo>
                  <a:cubicBezTo>
                    <a:pt x="1707126" y="3086596"/>
                    <a:pt x="1716990" y="3084555"/>
                    <a:pt x="1723566" y="3082514"/>
                  </a:cubicBezTo>
                  <a:cubicBezTo>
                    <a:pt x="1740007" y="3080474"/>
                    <a:pt x="1756448" y="3082514"/>
                    <a:pt x="1772889" y="3080474"/>
                  </a:cubicBezTo>
                  <a:cubicBezTo>
                    <a:pt x="1782753" y="3080474"/>
                    <a:pt x="1792618" y="3074352"/>
                    <a:pt x="1799194" y="3074352"/>
                  </a:cubicBezTo>
                  <a:cubicBezTo>
                    <a:pt x="1825499" y="3076393"/>
                    <a:pt x="1855093" y="3070271"/>
                    <a:pt x="1878110" y="3080474"/>
                  </a:cubicBezTo>
                  <a:cubicBezTo>
                    <a:pt x="1881398" y="3082514"/>
                    <a:pt x="1887974" y="3082514"/>
                    <a:pt x="1894551" y="3082514"/>
                  </a:cubicBezTo>
                  <a:cubicBezTo>
                    <a:pt x="1937297" y="3084555"/>
                    <a:pt x="1973466" y="3092718"/>
                    <a:pt x="2003060" y="3109043"/>
                  </a:cubicBezTo>
                  <a:cubicBezTo>
                    <a:pt x="2012925" y="3115165"/>
                    <a:pt x="2026077" y="3119246"/>
                    <a:pt x="2035942" y="3123327"/>
                  </a:cubicBezTo>
                  <a:cubicBezTo>
                    <a:pt x="2045806" y="3127408"/>
                    <a:pt x="2058959" y="3127408"/>
                    <a:pt x="2068823" y="3129449"/>
                  </a:cubicBezTo>
                  <a:cubicBezTo>
                    <a:pt x="2078688" y="3131489"/>
                    <a:pt x="2085264" y="3133530"/>
                    <a:pt x="2095128" y="3133530"/>
                  </a:cubicBezTo>
                  <a:cubicBezTo>
                    <a:pt x="2111569" y="3133530"/>
                    <a:pt x="2124722" y="3137611"/>
                    <a:pt x="2134586" y="3145774"/>
                  </a:cubicBezTo>
                  <a:cubicBezTo>
                    <a:pt x="2137874" y="3147814"/>
                    <a:pt x="2141163" y="3149855"/>
                    <a:pt x="2144451" y="3153936"/>
                  </a:cubicBezTo>
                  <a:cubicBezTo>
                    <a:pt x="2141163" y="3160058"/>
                    <a:pt x="2160892" y="3176383"/>
                    <a:pt x="2174044" y="3176383"/>
                  </a:cubicBezTo>
                  <a:cubicBezTo>
                    <a:pt x="2197062" y="3176383"/>
                    <a:pt x="2220079" y="3180464"/>
                    <a:pt x="2239807" y="3190667"/>
                  </a:cubicBezTo>
                  <a:cubicBezTo>
                    <a:pt x="2243096" y="3192708"/>
                    <a:pt x="2249672" y="3192708"/>
                    <a:pt x="2256248" y="3190667"/>
                  </a:cubicBezTo>
                  <a:cubicBezTo>
                    <a:pt x="2266113" y="3188627"/>
                    <a:pt x="2272689" y="3188627"/>
                    <a:pt x="2279265" y="3194749"/>
                  </a:cubicBezTo>
                  <a:cubicBezTo>
                    <a:pt x="2282554" y="3196789"/>
                    <a:pt x="2295706" y="3196789"/>
                    <a:pt x="2302282" y="3196789"/>
                  </a:cubicBezTo>
                  <a:cubicBezTo>
                    <a:pt x="2318723" y="3196789"/>
                    <a:pt x="2338452" y="3194749"/>
                    <a:pt x="2354893" y="3196789"/>
                  </a:cubicBezTo>
                  <a:cubicBezTo>
                    <a:pt x="2384487" y="3198830"/>
                    <a:pt x="2410792" y="3200870"/>
                    <a:pt x="2440385" y="3204952"/>
                  </a:cubicBezTo>
                  <a:cubicBezTo>
                    <a:pt x="2446962" y="3204952"/>
                    <a:pt x="2453538" y="3206992"/>
                    <a:pt x="2456826" y="3209033"/>
                  </a:cubicBezTo>
                  <a:cubicBezTo>
                    <a:pt x="2463402" y="3219236"/>
                    <a:pt x="2479843" y="3219236"/>
                    <a:pt x="2489708" y="3221277"/>
                  </a:cubicBezTo>
                  <a:cubicBezTo>
                    <a:pt x="2499572" y="3223317"/>
                    <a:pt x="2512725" y="3225358"/>
                    <a:pt x="2519301" y="3225358"/>
                  </a:cubicBezTo>
                  <a:cubicBezTo>
                    <a:pt x="2522589" y="3223317"/>
                    <a:pt x="2529165" y="3221277"/>
                    <a:pt x="2535742" y="3217195"/>
                  </a:cubicBezTo>
                  <a:cubicBezTo>
                    <a:pt x="2522589" y="3217195"/>
                    <a:pt x="2516013" y="3219236"/>
                    <a:pt x="2509437" y="3219236"/>
                  </a:cubicBezTo>
                  <a:cubicBezTo>
                    <a:pt x="2522589" y="3209033"/>
                    <a:pt x="2535742" y="3206992"/>
                    <a:pt x="2552183" y="3213114"/>
                  </a:cubicBezTo>
                  <a:cubicBezTo>
                    <a:pt x="2571912" y="3223317"/>
                    <a:pt x="2588353" y="3223317"/>
                    <a:pt x="2611370" y="3213114"/>
                  </a:cubicBezTo>
                  <a:lnTo>
                    <a:pt x="2631098" y="3206992"/>
                  </a:lnTo>
                  <a:lnTo>
                    <a:pt x="2631098" y="3196789"/>
                  </a:lnTo>
                  <a:cubicBezTo>
                    <a:pt x="2640963" y="3198830"/>
                    <a:pt x="2650827" y="3202911"/>
                    <a:pt x="2657404" y="3202911"/>
                  </a:cubicBezTo>
                  <a:cubicBezTo>
                    <a:pt x="2677133" y="3196789"/>
                    <a:pt x="2696862" y="3190667"/>
                    <a:pt x="2713303" y="3182505"/>
                  </a:cubicBezTo>
                  <a:cubicBezTo>
                    <a:pt x="2733031" y="3174342"/>
                    <a:pt x="2749472" y="3164139"/>
                    <a:pt x="2765913" y="3155977"/>
                  </a:cubicBezTo>
                  <a:cubicBezTo>
                    <a:pt x="2769201" y="3155977"/>
                    <a:pt x="2769201" y="3153936"/>
                    <a:pt x="2772489" y="3153936"/>
                  </a:cubicBezTo>
                  <a:cubicBezTo>
                    <a:pt x="2795506" y="3149855"/>
                    <a:pt x="2815235" y="3147814"/>
                    <a:pt x="2838253" y="3143733"/>
                  </a:cubicBezTo>
                  <a:cubicBezTo>
                    <a:pt x="2851405" y="3141692"/>
                    <a:pt x="2861270" y="3137611"/>
                    <a:pt x="2874422" y="3135571"/>
                  </a:cubicBezTo>
                  <a:cubicBezTo>
                    <a:pt x="2884287" y="3133530"/>
                    <a:pt x="2890863" y="3133530"/>
                    <a:pt x="2900728" y="3131489"/>
                  </a:cubicBezTo>
                  <a:lnTo>
                    <a:pt x="2933609" y="3131489"/>
                  </a:lnTo>
                  <a:cubicBezTo>
                    <a:pt x="2940186" y="3131489"/>
                    <a:pt x="2950050" y="3131489"/>
                    <a:pt x="2956626" y="3129449"/>
                  </a:cubicBezTo>
                  <a:cubicBezTo>
                    <a:pt x="2959914" y="3125368"/>
                    <a:pt x="2966491" y="3119246"/>
                    <a:pt x="2969779" y="3119246"/>
                  </a:cubicBezTo>
                  <a:cubicBezTo>
                    <a:pt x="2979643" y="3119246"/>
                    <a:pt x="2986220" y="3123327"/>
                    <a:pt x="2996084" y="3125368"/>
                  </a:cubicBezTo>
                  <a:cubicBezTo>
                    <a:pt x="2999372" y="3125368"/>
                    <a:pt x="2999372" y="3127408"/>
                    <a:pt x="2999372" y="3129449"/>
                  </a:cubicBezTo>
                  <a:cubicBezTo>
                    <a:pt x="3012525" y="3137611"/>
                    <a:pt x="3022389" y="3147814"/>
                    <a:pt x="3035542" y="3155977"/>
                  </a:cubicBezTo>
                  <a:cubicBezTo>
                    <a:pt x="3051983" y="3166180"/>
                    <a:pt x="3068424" y="3166180"/>
                    <a:pt x="3078288" y="3160058"/>
                  </a:cubicBezTo>
                  <a:cubicBezTo>
                    <a:pt x="3094729" y="3151895"/>
                    <a:pt x="3107882" y="3145774"/>
                    <a:pt x="3130899" y="3149855"/>
                  </a:cubicBezTo>
                  <a:cubicBezTo>
                    <a:pt x="3134187" y="3149855"/>
                    <a:pt x="3140763" y="3151895"/>
                    <a:pt x="3144051" y="3149855"/>
                  </a:cubicBezTo>
                  <a:cubicBezTo>
                    <a:pt x="3160492" y="3145774"/>
                    <a:pt x="3180221" y="3141692"/>
                    <a:pt x="3196662" y="3135571"/>
                  </a:cubicBezTo>
                  <a:cubicBezTo>
                    <a:pt x="3206526" y="3133530"/>
                    <a:pt x="3219679" y="3133530"/>
                    <a:pt x="3222967" y="3129449"/>
                  </a:cubicBezTo>
                  <a:cubicBezTo>
                    <a:pt x="3232832" y="3117205"/>
                    <a:pt x="3249273" y="3111083"/>
                    <a:pt x="3265713" y="3102921"/>
                  </a:cubicBezTo>
                  <a:cubicBezTo>
                    <a:pt x="3275578" y="3096799"/>
                    <a:pt x="3285442" y="3088636"/>
                    <a:pt x="3295307" y="3086596"/>
                  </a:cubicBezTo>
                  <a:cubicBezTo>
                    <a:pt x="3318324" y="3082514"/>
                    <a:pt x="3334765" y="3070271"/>
                    <a:pt x="3354493" y="3062108"/>
                  </a:cubicBezTo>
                  <a:cubicBezTo>
                    <a:pt x="3370934" y="3055986"/>
                    <a:pt x="3380799" y="3043743"/>
                    <a:pt x="3397240" y="3041702"/>
                  </a:cubicBezTo>
                  <a:cubicBezTo>
                    <a:pt x="3423545" y="3037621"/>
                    <a:pt x="3443274" y="3027418"/>
                    <a:pt x="3466291" y="3017215"/>
                  </a:cubicBezTo>
                  <a:cubicBezTo>
                    <a:pt x="3479444" y="3011093"/>
                    <a:pt x="3495884" y="3007012"/>
                    <a:pt x="3512325" y="3009052"/>
                  </a:cubicBezTo>
                  <a:cubicBezTo>
                    <a:pt x="3522190" y="3011093"/>
                    <a:pt x="3535342" y="3009052"/>
                    <a:pt x="3541919" y="3007012"/>
                  </a:cubicBezTo>
                  <a:cubicBezTo>
                    <a:pt x="3555071" y="3002931"/>
                    <a:pt x="3568224" y="2996809"/>
                    <a:pt x="3581376" y="2992728"/>
                  </a:cubicBezTo>
                  <a:cubicBezTo>
                    <a:pt x="3591241" y="2988646"/>
                    <a:pt x="3601105" y="2984565"/>
                    <a:pt x="3610970" y="2984565"/>
                  </a:cubicBezTo>
                  <a:cubicBezTo>
                    <a:pt x="3643852" y="2982524"/>
                    <a:pt x="3670157" y="2978443"/>
                    <a:pt x="3686598" y="2958037"/>
                  </a:cubicBezTo>
                  <a:cubicBezTo>
                    <a:pt x="3693174" y="2949875"/>
                    <a:pt x="3726056" y="2939671"/>
                    <a:pt x="3739208" y="2943753"/>
                  </a:cubicBezTo>
                  <a:cubicBezTo>
                    <a:pt x="3762226" y="2949875"/>
                    <a:pt x="3778666" y="2945793"/>
                    <a:pt x="3791819" y="2933550"/>
                  </a:cubicBezTo>
                  <a:cubicBezTo>
                    <a:pt x="3801683" y="2927427"/>
                    <a:pt x="3814836" y="2929468"/>
                    <a:pt x="3824700" y="2933550"/>
                  </a:cubicBezTo>
                  <a:cubicBezTo>
                    <a:pt x="3831277" y="2937631"/>
                    <a:pt x="3837853" y="2939671"/>
                    <a:pt x="3844429" y="2939671"/>
                  </a:cubicBezTo>
                  <a:cubicBezTo>
                    <a:pt x="3867447" y="2941712"/>
                    <a:pt x="3893752" y="2939671"/>
                    <a:pt x="3916769" y="2941712"/>
                  </a:cubicBezTo>
                  <a:cubicBezTo>
                    <a:pt x="3936498" y="2943753"/>
                    <a:pt x="3956227" y="2939671"/>
                    <a:pt x="3969380" y="2931509"/>
                  </a:cubicBezTo>
                  <a:cubicBezTo>
                    <a:pt x="3982532" y="2923346"/>
                    <a:pt x="3992397" y="2923346"/>
                    <a:pt x="4012125" y="2927427"/>
                  </a:cubicBezTo>
                  <a:cubicBezTo>
                    <a:pt x="4028566" y="2931509"/>
                    <a:pt x="4041719" y="2941712"/>
                    <a:pt x="4064736" y="2939671"/>
                  </a:cubicBezTo>
                  <a:cubicBezTo>
                    <a:pt x="4084465" y="2937631"/>
                    <a:pt x="4107482" y="2943753"/>
                    <a:pt x="4130499" y="2937631"/>
                  </a:cubicBezTo>
                  <a:lnTo>
                    <a:pt x="4143652" y="2937631"/>
                  </a:lnTo>
                  <a:cubicBezTo>
                    <a:pt x="4163381" y="2941712"/>
                    <a:pt x="4183110" y="2943753"/>
                    <a:pt x="4199551" y="2953956"/>
                  </a:cubicBezTo>
                  <a:cubicBezTo>
                    <a:pt x="4219279" y="2964159"/>
                    <a:pt x="4222568" y="2888656"/>
                    <a:pt x="4242297" y="2896818"/>
                  </a:cubicBezTo>
                  <a:cubicBezTo>
                    <a:pt x="4271890" y="2909062"/>
                    <a:pt x="4265314" y="2896818"/>
                    <a:pt x="4294907" y="2907021"/>
                  </a:cubicBezTo>
                  <a:cubicBezTo>
                    <a:pt x="4317924" y="2913143"/>
                    <a:pt x="4308060" y="2890697"/>
                    <a:pt x="4334365" y="2894778"/>
                  </a:cubicBezTo>
                  <a:cubicBezTo>
                    <a:pt x="4337653" y="2894778"/>
                    <a:pt x="4377111" y="2911103"/>
                    <a:pt x="4377111" y="2909062"/>
                  </a:cubicBezTo>
                  <a:cubicBezTo>
                    <a:pt x="4393552" y="2902940"/>
                    <a:pt x="4409993" y="2841722"/>
                    <a:pt x="4426433" y="2843762"/>
                  </a:cubicBezTo>
                  <a:cubicBezTo>
                    <a:pt x="4459315" y="2849884"/>
                    <a:pt x="4488909" y="2845803"/>
                    <a:pt x="4518502" y="2837640"/>
                  </a:cubicBezTo>
                  <a:cubicBezTo>
                    <a:pt x="4534943" y="2833559"/>
                    <a:pt x="4561248" y="2819275"/>
                    <a:pt x="4574401" y="2825397"/>
                  </a:cubicBezTo>
                  <a:cubicBezTo>
                    <a:pt x="4597418" y="2835600"/>
                    <a:pt x="4620435" y="2839681"/>
                    <a:pt x="4646740" y="2841722"/>
                  </a:cubicBezTo>
                  <a:cubicBezTo>
                    <a:pt x="4650029" y="2841722"/>
                    <a:pt x="4653317" y="2843762"/>
                    <a:pt x="4656605" y="2845803"/>
                  </a:cubicBezTo>
                  <a:cubicBezTo>
                    <a:pt x="4666469" y="2853965"/>
                    <a:pt x="4712503" y="2831519"/>
                    <a:pt x="4722368" y="2839681"/>
                  </a:cubicBezTo>
                  <a:cubicBezTo>
                    <a:pt x="4735521" y="2851925"/>
                    <a:pt x="4748673" y="2864169"/>
                    <a:pt x="4761826" y="2874372"/>
                  </a:cubicBezTo>
                  <a:cubicBezTo>
                    <a:pt x="4768402" y="2878453"/>
                    <a:pt x="4778267" y="2880494"/>
                    <a:pt x="4781555" y="2884575"/>
                  </a:cubicBezTo>
                  <a:cubicBezTo>
                    <a:pt x="4784843" y="2894778"/>
                    <a:pt x="4791420" y="2898859"/>
                    <a:pt x="4807860" y="2898859"/>
                  </a:cubicBezTo>
                  <a:cubicBezTo>
                    <a:pt x="4817725" y="2898859"/>
                    <a:pt x="4827589" y="2900900"/>
                    <a:pt x="4834165" y="2904981"/>
                  </a:cubicBezTo>
                  <a:cubicBezTo>
                    <a:pt x="4850606" y="2911103"/>
                    <a:pt x="4863759" y="2917224"/>
                    <a:pt x="4876911" y="2923346"/>
                  </a:cubicBezTo>
                  <a:cubicBezTo>
                    <a:pt x="4893352" y="2929468"/>
                    <a:pt x="4909793" y="2935590"/>
                    <a:pt x="4916370" y="2945793"/>
                  </a:cubicBezTo>
                  <a:cubicBezTo>
                    <a:pt x="4919658" y="2949875"/>
                    <a:pt x="4922946" y="2951915"/>
                    <a:pt x="4926234" y="2953956"/>
                  </a:cubicBezTo>
                  <a:cubicBezTo>
                    <a:pt x="4939387" y="2962118"/>
                    <a:pt x="4952539" y="2968240"/>
                    <a:pt x="4965692" y="2976403"/>
                  </a:cubicBezTo>
                  <a:cubicBezTo>
                    <a:pt x="4985421" y="2986606"/>
                    <a:pt x="5001861" y="2998849"/>
                    <a:pt x="5021590" y="3009052"/>
                  </a:cubicBezTo>
                  <a:cubicBezTo>
                    <a:pt x="5028167" y="3011093"/>
                    <a:pt x="5034743" y="3015174"/>
                    <a:pt x="5041319" y="3017215"/>
                  </a:cubicBezTo>
                  <a:cubicBezTo>
                    <a:pt x="5054472" y="3021296"/>
                    <a:pt x="5067625" y="3025377"/>
                    <a:pt x="5077489" y="3031499"/>
                  </a:cubicBezTo>
                  <a:cubicBezTo>
                    <a:pt x="5087354" y="3037621"/>
                    <a:pt x="5133388" y="3000890"/>
                    <a:pt x="5139964" y="3009052"/>
                  </a:cubicBezTo>
                  <a:cubicBezTo>
                    <a:pt x="5139964" y="3011093"/>
                    <a:pt x="5143252" y="3011093"/>
                    <a:pt x="5146541" y="3011093"/>
                  </a:cubicBezTo>
                  <a:cubicBezTo>
                    <a:pt x="5166270" y="3021296"/>
                    <a:pt x="5185999" y="3017215"/>
                    <a:pt x="5205727" y="3013134"/>
                  </a:cubicBezTo>
                  <a:cubicBezTo>
                    <a:pt x="5212304" y="3011093"/>
                    <a:pt x="5218880" y="3009052"/>
                    <a:pt x="5222168" y="3011093"/>
                  </a:cubicBezTo>
                  <a:cubicBezTo>
                    <a:pt x="5245186" y="3017215"/>
                    <a:pt x="5261626" y="3031499"/>
                    <a:pt x="5291220" y="3033540"/>
                  </a:cubicBezTo>
                  <a:cubicBezTo>
                    <a:pt x="5291220" y="3033540"/>
                    <a:pt x="5294508" y="3033540"/>
                    <a:pt x="5294508" y="3035580"/>
                  </a:cubicBezTo>
                  <a:cubicBezTo>
                    <a:pt x="5301084" y="3047824"/>
                    <a:pt x="5320813" y="3047824"/>
                    <a:pt x="5337254" y="3049865"/>
                  </a:cubicBezTo>
                  <a:cubicBezTo>
                    <a:pt x="5347118" y="3049865"/>
                    <a:pt x="5356983" y="3051905"/>
                    <a:pt x="5363559" y="3053946"/>
                  </a:cubicBezTo>
                  <a:cubicBezTo>
                    <a:pt x="5383288" y="3060068"/>
                    <a:pt x="5403017" y="3068230"/>
                    <a:pt x="5426034" y="3072311"/>
                  </a:cubicBezTo>
                  <a:cubicBezTo>
                    <a:pt x="5455628" y="3078433"/>
                    <a:pt x="5485221" y="3082514"/>
                    <a:pt x="5508238" y="3092718"/>
                  </a:cubicBezTo>
                  <a:cubicBezTo>
                    <a:pt x="5511526" y="3092718"/>
                    <a:pt x="5514815" y="3092718"/>
                    <a:pt x="5514815" y="3094758"/>
                  </a:cubicBezTo>
                  <a:cubicBezTo>
                    <a:pt x="5524679" y="3098839"/>
                    <a:pt x="5541120" y="3100880"/>
                    <a:pt x="5547696" y="3107002"/>
                  </a:cubicBezTo>
                  <a:cubicBezTo>
                    <a:pt x="5557561" y="3119246"/>
                    <a:pt x="5583865" y="3117205"/>
                    <a:pt x="5597019" y="3127408"/>
                  </a:cubicBezTo>
                  <a:lnTo>
                    <a:pt x="5600306" y="3127408"/>
                  </a:lnTo>
                  <a:cubicBezTo>
                    <a:pt x="5613459" y="3127408"/>
                    <a:pt x="5626612" y="3129449"/>
                    <a:pt x="5643053" y="3129449"/>
                  </a:cubicBezTo>
                  <a:cubicBezTo>
                    <a:pt x="5649629" y="3127408"/>
                    <a:pt x="5659493" y="3123327"/>
                    <a:pt x="5666070" y="3123327"/>
                  </a:cubicBezTo>
                  <a:cubicBezTo>
                    <a:pt x="5695663" y="3129449"/>
                    <a:pt x="5725256" y="3129449"/>
                    <a:pt x="5744986" y="3113124"/>
                  </a:cubicBezTo>
                  <a:cubicBezTo>
                    <a:pt x="5748274" y="3111083"/>
                    <a:pt x="5754850" y="3111083"/>
                    <a:pt x="5761427" y="3111083"/>
                  </a:cubicBezTo>
                  <a:lnTo>
                    <a:pt x="5787732" y="3111083"/>
                  </a:lnTo>
                  <a:cubicBezTo>
                    <a:pt x="5817325" y="3107002"/>
                    <a:pt x="5843631" y="3102921"/>
                    <a:pt x="5873224" y="3100880"/>
                  </a:cubicBezTo>
                  <a:cubicBezTo>
                    <a:pt x="5886377" y="3098839"/>
                    <a:pt x="5902818" y="3102921"/>
                    <a:pt x="5915970" y="3104961"/>
                  </a:cubicBezTo>
                  <a:cubicBezTo>
                    <a:pt x="5929122" y="3107002"/>
                    <a:pt x="5942275" y="3107002"/>
                    <a:pt x="5955428" y="3107002"/>
                  </a:cubicBezTo>
                  <a:cubicBezTo>
                    <a:pt x="5971869" y="3107002"/>
                    <a:pt x="5985022" y="3102921"/>
                    <a:pt x="6001462" y="3102921"/>
                  </a:cubicBezTo>
                  <a:cubicBezTo>
                    <a:pt x="6014615" y="3100880"/>
                    <a:pt x="6031056" y="3100880"/>
                    <a:pt x="6044208" y="3098839"/>
                  </a:cubicBezTo>
                  <a:cubicBezTo>
                    <a:pt x="6073802" y="3094758"/>
                    <a:pt x="6100107" y="3090677"/>
                    <a:pt x="6129700" y="3088636"/>
                  </a:cubicBezTo>
                  <a:cubicBezTo>
                    <a:pt x="6149429" y="3019255"/>
                    <a:pt x="6146141" y="2937631"/>
                    <a:pt x="6146141" y="2853965"/>
                  </a:cubicBezTo>
                  <a:close/>
                </a:path>
              </a:pathLst>
            </a:custGeom>
            <a:blipFill>
              <a:blip r:embed="rId3"/>
              <a:stretch>
                <a:fillRect l="0" t="-3595" r="0" b="-3595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3118508" y="3277795"/>
            <a:ext cx="12070034" cy="426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37"/>
              </a:lnSpc>
            </a:pPr>
            <a:r>
              <a:rPr lang="en-US" sz="13591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Exemplo</a:t>
            </a:r>
          </a:p>
          <a:p>
            <a:pPr algn="ctr" marL="0" indent="0" lvl="0">
              <a:lnSpc>
                <a:spcPts val="10737"/>
              </a:lnSpc>
            </a:pPr>
            <a:r>
              <a:rPr lang="en-US" sz="13591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Formula da probabilidade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08937">
            <a:off x="-386359" y="-535730"/>
            <a:ext cx="3331455" cy="3319341"/>
          </a:xfrm>
          <a:custGeom>
            <a:avLst/>
            <a:gdLst/>
            <a:ahLst/>
            <a:cxnLst/>
            <a:rect r="r" b="b" t="t" l="l"/>
            <a:pathLst>
              <a:path h="3319341" w="3331455">
                <a:moveTo>
                  <a:pt x="0" y="0"/>
                </a:moveTo>
                <a:lnTo>
                  <a:pt x="3331456" y="0"/>
                </a:lnTo>
                <a:lnTo>
                  <a:pt x="3331456" y="3319341"/>
                </a:lnTo>
                <a:lnTo>
                  <a:pt x="0" y="33193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63618" y="0"/>
            <a:ext cx="4045431" cy="3309898"/>
          </a:xfrm>
          <a:custGeom>
            <a:avLst/>
            <a:gdLst/>
            <a:ahLst/>
            <a:cxnLst/>
            <a:rect r="r" b="b" t="t" l="l"/>
            <a:pathLst>
              <a:path h="3309898" w="4045431">
                <a:moveTo>
                  <a:pt x="0" y="0"/>
                </a:moveTo>
                <a:lnTo>
                  <a:pt x="4045431" y="0"/>
                </a:lnTo>
                <a:lnTo>
                  <a:pt x="4045431" y="3309898"/>
                </a:lnTo>
                <a:lnTo>
                  <a:pt x="0" y="33098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21332">
            <a:off x="3927348" y="-2967750"/>
            <a:ext cx="6410912" cy="4522607"/>
          </a:xfrm>
          <a:custGeom>
            <a:avLst/>
            <a:gdLst/>
            <a:ahLst/>
            <a:cxnLst/>
            <a:rect r="r" b="b" t="t" l="l"/>
            <a:pathLst>
              <a:path h="4522607" w="6410912">
                <a:moveTo>
                  <a:pt x="0" y="0"/>
                </a:moveTo>
                <a:lnTo>
                  <a:pt x="6410912" y="0"/>
                </a:lnTo>
                <a:lnTo>
                  <a:pt x="6410912" y="4522607"/>
                </a:lnTo>
                <a:lnTo>
                  <a:pt x="0" y="45226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21822" y="-1504337"/>
            <a:ext cx="4737599" cy="3324933"/>
          </a:xfrm>
          <a:custGeom>
            <a:avLst/>
            <a:gdLst/>
            <a:ahLst/>
            <a:cxnLst/>
            <a:rect r="r" b="b" t="t" l="l"/>
            <a:pathLst>
              <a:path h="3324933" w="4737599">
                <a:moveTo>
                  <a:pt x="0" y="0"/>
                </a:moveTo>
                <a:lnTo>
                  <a:pt x="4737599" y="0"/>
                </a:lnTo>
                <a:lnTo>
                  <a:pt x="4737599" y="3324933"/>
                </a:lnTo>
                <a:lnTo>
                  <a:pt x="0" y="33249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795918">
            <a:off x="2261636" y="-585074"/>
            <a:ext cx="2157502" cy="1596551"/>
          </a:xfrm>
          <a:custGeom>
            <a:avLst/>
            <a:gdLst/>
            <a:ahLst/>
            <a:cxnLst/>
            <a:rect r="r" b="b" t="t" l="l"/>
            <a:pathLst>
              <a:path h="1596551" w="2157502">
                <a:moveTo>
                  <a:pt x="0" y="0"/>
                </a:moveTo>
                <a:lnTo>
                  <a:pt x="2157502" y="0"/>
                </a:lnTo>
                <a:lnTo>
                  <a:pt x="2157502" y="1596551"/>
                </a:lnTo>
                <a:lnTo>
                  <a:pt x="0" y="15965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627401">
            <a:off x="8677393" y="-745597"/>
            <a:ext cx="1267157" cy="2131303"/>
          </a:xfrm>
          <a:custGeom>
            <a:avLst/>
            <a:gdLst/>
            <a:ahLst/>
            <a:cxnLst/>
            <a:rect r="r" b="b" t="t" l="l"/>
            <a:pathLst>
              <a:path h="2131303" w="1267157">
                <a:moveTo>
                  <a:pt x="0" y="0"/>
                </a:moveTo>
                <a:lnTo>
                  <a:pt x="1267156" y="0"/>
                </a:lnTo>
                <a:lnTo>
                  <a:pt x="1267156" y="2131303"/>
                </a:lnTo>
                <a:lnTo>
                  <a:pt x="0" y="213130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6402983">
            <a:off x="-37993" y="1921424"/>
            <a:ext cx="305914" cy="2758240"/>
          </a:xfrm>
          <a:custGeom>
            <a:avLst/>
            <a:gdLst/>
            <a:ahLst/>
            <a:cxnLst/>
            <a:rect r="r" b="b" t="t" l="l"/>
            <a:pathLst>
              <a:path h="2758240" w="305914">
                <a:moveTo>
                  <a:pt x="0" y="0"/>
                </a:moveTo>
                <a:lnTo>
                  <a:pt x="305914" y="0"/>
                </a:lnTo>
                <a:lnTo>
                  <a:pt x="305914" y="2758240"/>
                </a:lnTo>
                <a:lnTo>
                  <a:pt x="0" y="27582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698887">
            <a:off x="1906450" y="1985551"/>
            <a:ext cx="2314398" cy="374512"/>
          </a:xfrm>
          <a:custGeom>
            <a:avLst/>
            <a:gdLst/>
            <a:ahLst/>
            <a:cxnLst/>
            <a:rect r="r" b="b" t="t" l="l"/>
            <a:pathLst>
              <a:path h="374512" w="2314398">
                <a:moveTo>
                  <a:pt x="0" y="0"/>
                </a:moveTo>
                <a:lnTo>
                  <a:pt x="2314398" y="0"/>
                </a:lnTo>
                <a:lnTo>
                  <a:pt x="2314398" y="374511"/>
                </a:lnTo>
                <a:lnTo>
                  <a:pt x="0" y="37451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005937">
            <a:off x="13560892" y="1803070"/>
            <a:ext cx="1484653" cy="594496"/>
          </a:xfrm>
          <a:custGeom>
            <a:avLst/>
            <a:gdLst/>
            <a:ahLst/>
            <a:cxnLst/>
            <a:rect r="r" b="b" t="t" l="l"/>
            <a:pathLst>
              <a:path h="594496" w="1484653">
                <a:moveTo>
                  <a:pt x="0" y="0"/>
                </a:moveTo>
                <a:lnTo>
                  <a:pt x="1484653" y="0"/>
                </a:lnTo>
                <a:lnTo>
                  <a:pt x="1484653" y="594496"/>
                </a:lnTo>
                <a:lnTo>
                  <a:pt x="0" y="59449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5820" t="-289673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228638" y="1805218"/>
            <a:ext cx="9830723" cy="105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89"/>
              </a:lnSpc>
            </a:pPr>
            <a:r>
              <a:rPr lang="en-US" sz="9354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Exemplo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32119" y="2819860"/>
            <a:ext cx="15627181" cy="657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8"/>
              </a:lnSpc>
            </a:pP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Lançamento de um dado:</a:t>
            </a:r>
          </a:p>
          <a:p>
            <a:pPr algn="l">
              <a:lnSpc>
                <a:spcPts val="5778"/>
              </a:lnSpc>
            </a:pP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Ω={1,2,3,4,5,6}</a:t>
            </a:r>
          </a:p>
          <a:p>
            <a:pPr algn="l">
              <a:lnSpc>
                <a:spcPts val="5778"/>
              </a:lnSpc>
            </a:pP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Considere o evento:</a:t>
            </a:r>
          </a:p>
          <a:p>
            <a:pPr algn="l">
              <a:lnSpc>
                <a:spcPts val="5778"/>
              </a:lnSpc>
            </a:pP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</a:t>
            </a: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={sair número par}={2,4,6}</a:t>
            </a:r>
          </a:p>
          <a:p>
            <a:pPr algn="l">
              <a:lnSpc>
                <a:spcPts val="5778"/>
              </a:lnSpc>
            </a:pPr>
          </a:p>
          <a:p>
            <a:pPr algn="l">
              <a:lnSpc>
                <a:spcPts val="5778"/>
              </a:lnSpc>
            </a:pP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n(A)=3</a:t>
            </a:r>
          </a:p>
          <a:p>
            <a:pPr algn="l">
              <a:lnSpc>
                <a:spcPts val="5778"/>
              </a:lnSpc>
            </a:pP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n(Ω)=6</a:t>
            </a:r>
          </a:p>
          <a:p>
            <a:pPr algn="l">
              <a:lnSpc>
                <a:spcPts val="5778"/>
              </a:lnSpc>
            </a:pPr>
          </a:p>
          <a:p>
            <a:pPr algn="l" marL="0" indent="0" lvl="0">
              <a:lnSpc>
                <a:spcPts val="5778"/>
              </a:lnSpc>
              <a:spcBef>
                <a:spcPct val="0"/>
              </a:spcBef>
            </a:pPr>
            <a:r>
              <a:rPr lang="en-US" sz="406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P(A)= 3/6 = 1/2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08937">
            <a:off x="-386359" y="-535730"/>
            <a:ext cx="3331455" cy="3319341"/>
          </a:xfrm>
          <a:custGeom>
            <a:avLst/>
            <a:gdLst/>
            <a:ahLst/>
            <a:cxnLst/>
            <a:rect r="r" b="b" t="t" l="l"/>
            <a:pathLst>
              <a:path h="3319341" w="3331455">
                <a:moveTo>
                  <a:pt x="0" y="0"/>
                </a:moveTo>
                <a:lnTo>
                  <a:pt x="3331456" y="0"/>
                </a:lnTo>
                <a:lnTo>
                  <a:pt x="3331456" y="3319341"/>
                </a:lnTo>
                <a:lnTo>
                  <a:pt x="0" y="33193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63618" y="0"/>
            <a:ext cx="4045431" cy="3309898"/>
          </a:xfrm>
          <a:custGeom>
            <a:avLst/>
            <a:gdLst/>
            <a:ahLst/>
            <a:cxnLst/>
            <a:rect r="r" b="b" t="t" l="l"/>
            <a:pathLst>
              <a:path h="3309898" w="4045431">
                <a:moveTo>
                  <a:pt x="0" y="0"/>
                </a:moveTo>
                <a:lnTo>
                  <a:pt x="4045431" y="0"/>
                </a:lnTo>
                <a:lnTo>
                  <a:pt x="4045431" y="3309898"/>
                </a:lnTo>
                <a:lnTo>
                  <a:pt x="0" y="33098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21332">
            <a:off x="3927348" y="-2967750"/>
            <a:ext cx="6410912" cy="4522607"/>
          </a:xfrm>
          <a:custGeom>
            <a:avLst/>
            <a:gdLst/>
            <a:ahLst/>
            <a:cxnLst/>
            <a:rect r="r" b="b" t="t" l="l"/>
            <a:pathLst>
              <a:path h="4522607" w="6410912">
                <a:moveTo>
                  <a:pt x="0" y="0"/>
                </a:moveTo>
                <a:lnTo>
                  <a:pt x="6410912" y="0"/>
                </a:lnTo>
                <a:lnTo>
                  <a:pt x="6410912" y="4522607"/>
                </a:lnTo>
                <a:lnTo>
                  <a:pt x="0" y="45226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21822" y="-1504337"/>
            <a:ext cx="4737599" cy="3324933"/>
          </a:xfrm>
          <a:custGeom>
            <a:avLst/>
            <a:gdLst/>
            <a:ahLst/>
            <a:cxnLst/>
            <a:rect r="r" b="b" t="t" l="l"/>
            <a:pathLst>
              <a:path h="3324933" w="4737599">
                <a:moveTo>
                  <a:pt x="0" y="0"/>
                </a:moveTo>
                <a:lnTo>
                  <a:pt x="4737599" y="0"/>
                </a:lnTo>
                <a:lnTo>
                  <a:pt x="4737599" y="3324933"/>
                </a:lnTo>
                <a:lnTo>
                  <a:pt x="0" y="33249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795918">
            <a:off x="2261636" y="-585074"/>
            <a:ext cx="2157502" cy="1596551"/>
          </a:xfrm>
          <a:custGeom>
            <a:avLst/>
            <a:gdLst/>
            <a:ahLst/>
            <a:cxnLst/>
            <a:rect r="r" b="b" t="t" l="l"/>
            <a:pathLst>
              <a:path h="1596551" w="2157502">
                <a:moveTo>
                  <a:pt x="0" y="0"/>
                </a:moveTo>
                <a:lnTo>
                  <a:pt x="2157502" y="0"/>
                </a:lnTo>
                <a:lnTo>
                  <a:pt x="2157502" y="1596551"/>
                </a:lnTo>
                <a:lnTo>
                  <a:pt x="0" y="15965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627401">
            <a:off x="8677393" y="-745597"/>
            <a:ext cx="1267157" cy="2131303"/>
          </a:xfrm>
          <a:custGeom>
            <a:avLst/>
            <a:gdLst/>
            <a:ahLst/>
            <a:cxnLst/>
            <a:rect r="r" b="b" t="t" l="l"/>
            <a:pathLst>
              <a:path h="2131303" w="1267157">
                <a:moveTo>
                  <a:pt x="0" y="0"/>
                </a:moveTo>
                <a:lnTo>
                  <a:pt x="1267156" y="0"/>
                </a:lnTo>
                <a:lnTo>
                  <a:pt x="1267156" y="2131303"/>
                </a:lnTo>
                <a:lnTo>
                  <a:pt x="0" y="213130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6402983">
            <a:off x="-37993" y="1921424"/>
            <a:ext cx="305914" cy="2758240"/>
          </a:xfrm>
          <a:custGeom>
            <a:avLst/>
            <a:gdLst/>
            <a:ahLst/>
            <a:cxnLst/>
            <a:rect r="r" b="b" t="t" l="l"/>
            <a:pathLst>
              <a:path h="2758240" w="305914">
                <a:moveTo>
                  <a:pt x="0" y="0"/>
                </a:moveTo>
                <a:lnTo>
                  <a:pt x="305914" y="0"/>
                </a:lnTo>
                <a:lnTo>
                  <a:pt x="305914" y="2758240"/>
                </a:lnTo>
                <a:lnTo>
                  <a:pt x="0" y="27582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698887">
            <a:off x="1906450" y="1985551"/>
            <a:ext cx="2314398" cy="374512"/>
          </a:xfrm>
          <a:custGeom>
            <a:avLst/>
            <a:gdLst/>
            <a:ahLst/>
            <a:cxnLst/>
            <a:rect r="r" b="b" t="t" l="l"/>
            <a:pathLst>
              <a:path h="374512" w="2314398">
                <a:moveTo>
                  <a:pt x="0" y="0"/>
                </a:moveTo>
                <a:lnTo>
                  <a:pt x="2314398" y="0"/>
                </a:lnTo>
                <a:lnTo>
                  <a:pt x="2314398" y="374511"/>
                </a:lnTo>
                <a:lnTo>
                  <a:pt x="0" y="37451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005937">
            <a:off x="13560892" y="1803070"/>
            <a:ext cx="1484653" cy="594496"/>
          </a:xfrm>
          <a:custGeom>
            <a:avLst/>
            <a:gdLst/>
            <a:ahLst/>
            <a:cxnLst/>
            <a:rect r="r" b="b" t="t" l="l"/>
            <a:pathLst>
              <a:path h="594496" w="1484653">
                <a:moveTo>
                  <a:pt x="0" y="0"/>
                </a:moveTo>
                <a:lnTo>
                  <a:pt x="1484653" y="0"/>
                </a:lnTo>
                <a:lnTo>
                  <a:pt x="1484653" y="594496"/>
                </a:lnTo>
                <a:lnTo>
                  <a:pt x="0" y="59449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5820" t="-289673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228638" y="1805218"/>
            <a:ext cx="9830723" cy="105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89"/>
              </a:lnSpc>
            </a:pPr>
            <a:r>
              <a:rPr lang="en-US" sz="9354">
                <a:solidFill>
                  <a:srgbClr val="000000"/>
                </a:solidFill>
                <a:latin typeface="Holiday"/>
                <a:ea typeface="Holiday"/>
                <a:cs typeface="Holiday"/>
                <a:sym typeface="Holiday"/>
              </a:rPr>
              <a:t>Referencias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175" y="4105650"/>
            <a:ext cx="16717650" cy="517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15"/>
              </a:lnSpc>
              <a:spcBef>
                <a:spcPct val="0"/>
              </a:spcBef>
            </a:pPr>
            <a:r>
              <a:rPr lang="en-US" b="true" sz="296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Eventos independentes e Complementares:</a:t>
            </a:r>
            <a:r>
              <a:rPr lang="en-US" sz="296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https://youtu.be/Lq398VreXl8?si=fWXtCHohrsd7Mvbz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DAHLuKYor4M</dc:identifier>
  <dcterms:modified xsi:type="dcterms:W3CDTF">2011-08-01T06:04:30Z</dcterms:modified>
  <cp:revision>1</cp:revision>
  <dc:title>EVENTOS IDEPENDENTES</dc:title>
</cp:coreProperties>
</file>